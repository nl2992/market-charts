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2s10s has 35bp of room to its high. 2s30s has 12bp, and the round trip takes a third of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Slope vs its own range since 2000, bp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102352" y="1737360"/>
            <a:ext cx="0" cy="1207008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791200" y="1737360"/>
            <a:ext cx="0" cy="1207008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480048" y="1737360"/>
            <a:ext cx="0" cy="1207008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68896" y="1737360"/>
            <a:ext cx="0" cy="1207008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126844" y="1956816"/>
            <a:ext cx="1237630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092762" y="1956816"/>
            <a:ext cx="271712" cy="164592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639545" y="1924812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068987" y="1892807"/>
            <a:ext cx="47548" cy="292608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578090" y="1709928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+35.5bp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3087" y="1933955"/>
            <a:ext cx="89611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1933955"/>
            <a:ext cx="98755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129bp · 93rd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25345" y="2560320"/>
            <a:ext cx="1665481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996684" y="2560320"/>
            <a:ext cx="94142" cy="164592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300073" y="2528316"/>
            <a:ext cx="20116" cy="2286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972909" y="2496312"/>
            <a:ext cx="47548" cy="292608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04442" y="23134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+12.3bp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3087" y="2537460"/>
            <a:ext cx="89611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8896" y="2537460"/>
            <a:ext cx="98755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67576"/>
                </a:solidFill>
                <a:latin typeface="Arial"/>
              </a:rPr>
              <a:t>248bp · 99th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02352" y="2944368"/>
            <a:ext cx="2066544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782312" y="2980944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71160" y="2980944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60008" y="2980944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+180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48856" y="2980944"/>
            <a:ext cx="640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+270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33087" y="3200400"/>
            <a:ext cx="47548" cy="14630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235500" y="3182112"/>
            <a:ext cx="187269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Today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63056" y="3223260"/>
            <a:ext cx="182880" cy="100584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0" y="318211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Room to the high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33087" y="3383280"/>
            <a:ext cx="20116" cy="146304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208068" y="3364992"/>
            <a:ext cx="1900123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Mean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63056" y="3406140"/>
            <a:ext cx="182880" cy="100584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00800" y="336499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Range since 2000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Headroom to the high since 2000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+35.5bp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+12.3bp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Round trip, share of headroom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11%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33%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93rd vs 99th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percentile since 2000, vs 2s30s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6" name="TextBox 75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