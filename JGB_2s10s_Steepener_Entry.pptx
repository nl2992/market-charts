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D7D8D6"/>
              </a:solidFill>
            </c:spPr>
          </c:dPt>
          <c:dPt>
            <c:idx val="1"/>
            <c:invertIfNegative val="0"/>
            <c:spPr>
              <a:solidFill>
                <a:srgbClr val="44546A"/>
              </a:solidFill>
            </c:spPr>
          </c:dPt>
          <c:dPt>
            <c:idx val="2"/>
            <c:invertIfNegative val="0"/>
            <c:spPr>
              <a:solidFill>
                <a:srgbClr val="D7D8D6"/>
              </a:solidFill>
            </c:spPr>
          </c:dPt>
          <c:dPt>
            <c:idx val="3"/>
            <c:invertIfNegative val="0"/>
            <c:spPr>
              <a:solidFill>
                <a:srgbClr val="DB0011"/>
              </a:solidFill>
            </c:spPr>
          </c:dPt>
          <c:dPt>
            <c:idx val="4"/>
            <c:invertIfNegative val="0"/>
            <c:spPr>
              <a:solidFill>
                <a:srgbClr val="D7D8D6"/>
              </a:solidFill>
            </c:spPr>
          </c:dPt>
          <c:dPt>
            <c:idx val="5"/>
            <c:invertIfNegative val="0"/>
            <c:spPr>
              <a:solidFill>
                <a:srgbClr val="D7D8D6"/>
              </a:solidFill>
            </c:spPr>
          </c:dPt>
          <c:cat>
            <c:strRef>
              <c:f>Sheet1!$A$2:$A$7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5Y</c:v>
                </c:pt>
                <c:pt idx="3">
                  <c:v>10Y</c:v>
                </c:pt>
                <c:pt idx="4">
                  <c:v>20Y</c:v>
                </c:pt>
                <c:pt idx="5">
                  <c:v>30Y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-882</c:v>
                </c:pt>
                <c:pt idx="2">
                  <c:v>0</c:v>
                </c:pt>
                <c:pt idx="3">
                  <c:v>882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;−#,##0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0.0"/>
          <c:min val="-1150.0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2s10s</c:v>
                </c:pt>
              </c:strCache>
            </c:strRef>
          </c:tx>
          <c:spPr>
            <a:ln w="25400">
              <a:solidFill>
                <a:srgbClr val="DB0011"/>
              </a:solidFill>
            </a:ln>
          </c:spPr>
          <c:marker>
            <c:symbol val="none"/>
          </c:marker>
          <c:cat>
            <c:strRef>
              <c:f>Sheet1!$A$2:$A$320</c:f>
              <c:strCache>
                <c:ptCount val="319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  <c:pt idx="12">
                  <c:v>2001</c:v>
                </c:pt>
                <c:pt idx="13">
                  <c:v>2001</c:v>
                </c:pt>
                <c:pt idx="14">
                  <c:v>2001</c:v>
                </c:pt>
                <c:pt idx="15">
                  <c:v>2001</c:v>
                </c:pt>
                <c:pt idx="16">
                  <c:v>2001</c:v>
                </c:pt>
                <c:pt idx="17">
                  <c:v>2001</c:v>
                </c:pt>
                <c:pt idx="18">
                  <c:v>2001</c:v>
                </c:pt>
                <c:pt idx="19">
                  <c:v>2001</c:v>
                </c:pt>
                <c:pt idx="20">
                  <c:v>2001</c:v>
                </c:pt>
                <c:pt idx="21">
                  <c:v>2001</c:v>
                </c:pt>
                <c:pt idx="22">
                  <c:v>2001</c:v>
                </c:pt>
                <c:pt idx="23">
                  <c:v>2001</c:v>
                </c:pt>
                <c:pt idx="24">
                  <c:v>2002</c:v>
                </c:pt>
                <c:pt idx="25">
                  <c:v>2002</c:v>
                </c:pt>
                <c:pt idx="26">
                  <c:v>2002</c:v>
                </c:pt>
                <c:pt idx="27">
                  <c:v>2002</c:v>
                </c:pt>
                <c:pt idx="28">
                  <c:v>2002</c:v>
                </c:pt>
                <c:pt idx="29">
                  <c:v>2002</c:v>
                </c:pt>
                <c:pt idx="30">
                  <c:v>2002</c:v>
                </c:pt>
                <c:pt idx="31">
                  <c:v>2002</c:v>
                </c:pt>
                <c:pt idx="32">
                  <c:v>2002</c:v>
                </c:pt>
                <c:pt idx="33">
                  <c:v>2002</c:v>
                </c:pt>
                <c:pt idx="34">
                  <c:v>2002</c:v>
                </c:pt>
                <c:pt idx="35">
                  <c:v>2002</c:v>
                </c:pt>
                <c:pt idx="36">
                  <c:v>2003</c:v>
                </c:pt>
                <c:pt idx="37">
                  <c:v>2003</c:v>
                </c:pt>
                <c:pt idx="38">
                  <c:v>2003</c:v>
                </c:pt>
                <c:pt idx="39">
                  <c:v>2003</c:v>
                </c:pt>
                <c:pt idx="40">
                  <c:v>2003</c:v>
                </c:pt>
                <c:pt idx="41">
                  <c:v>2003</c:v>
                </c:pt>
                <c:pt idx="42">
                  <c:v>2003</c:v>
                </c:pt>
                <c:pt idx="43">
                  <c:v>2003</c:v>
                </c:pt>
                <c:pt idx="44">
                  <c:v>2003</c:v>
                </c:pt>
                <c:pt idx="45">
                  <c:v>2003</c:v>
                </c:pt>
                <c:pt idx="46">
                  <c:v>2003</c:v>
                </c:pt>
                <c:pt idx="47">
                  <c:v>2003</c:v>
                </c:pt>
                <c:pt idx="48">
                  <c:v>2004</c:v>
                </c:pt>
                <c:pt idx="49">
                  <c:v>2004</c:v>
                </c:pt>
                <c:pt idx="50">
                  <c:v>2004</c:v>
                </c:pt>
                <c:pt idx="51">
                  <c:v>2004</c:v>
                </c:pt>
                <c:pt idx="52">
                  <c:v>2004</c:v>
                </c:pt>
                <c:pt idx="53">
                  <c:v>2004</c:v>
                </c:pt>
                <c:pt idx="54">
                  <c:v>2004</c:v>
                </c:pt>
                <c:pt idx="55">
                  <c:v>2004</c:v>
                </c:pt>
                <c:pt idx="56">
                  <c:v>2004</c:v>
                </c:pt>
                <c:pt idx="57">
                  <c:v>2004</c:v>
                </c:pt>
                <c:pt idx="58">
                  <c:v>2004</c:v>
                </c:pt>
                <c:pt idx="59">
                  <c:v>2004</c:v>
                </c:pt>
                <c:pt idx="60">
                  <c:v>2005</c:v>
                </c:pt>
                <c:pt idx="61">
                  <c:v>2005</c:v>
                </c:pt>
                <c:pt idx="62">
                  <c:v>2005</c:v>
                </c:pt>
                <c:pt idx="63">
                  <c:v>2005</c:v>
                </c:pt>
                <c:pt idx="64">
                  <c:v>2005</c:v>
                </c:pt>
                <c:pt idx="65">
                  <c:v>2005</c:v>
                </c:pt>
                <c:pt idx="66">
                  <c:v>2005</c:v>
                </c:pt>
                <c:pt idx="67">
                  <c:v>2005</c:v>
                </c:pt>
                <c:pt idx="68">
                  <c:v>2005</c:v>
                </c:pt>
                <c:pt idx="69">
                  <c:v>2005</c:v>
                </c:pt>
                <c:pt idx="70">
                  <c:v>2005</c:v>
                </c:pt>
                <c:pt idx="71">
                  <c:v>2005</c:v>
                </c:pt>
                <c:pt idx="72">
                  <c:v>2006</c:v>
                </c:pt>
                <c:pt idx="73">
                  <c:v>2006</c:v>
                </c:pt>
                <c:pt idx="74">
                  <c:v>2006</c:v>
                </c:pt>
                <c:pt idx="75">
                  <c:v>2006</c:v>
                </c:pt>
                <c:pt idx="76">
                  <c:v>2006</c:v>
                </c:pt>
                <c:pt idx="77">
                  <c:v>2006</c:v>
                </c:pt>
                <c:pt idx="78">
                  <c:v>2006</c:v>
                </c:pt>
                <c:pt idx="79">
                  <c:v>2006</c:v>
                </c:pt>
                <c:pt idx="80">
                  <c:v>2006</c:v>
                </c:pt>
                <c:pt idx="81">
                  <c:v>2006</c:v>
                </c:pt>
                <c:pt idx="82">
                  <c:v>2006</c:v>
                </c:pt>
                <c:pt idx="83">
                  <c:v>2006</c:v>
                </c:pt>
                <c:pt idx="84">
                  <c:v>2007</c:v>
                </c:pt>
                <c:pt idx="85">
                  <c:v>2007</c:v>
                </c:pt>
                <c:pt idx="86">
                  <c:v>2007</c:v>
                </c:pt>
                <c:pt idx="87">
                  <c:v>2007</c:v>
                </c:pt>
                <c:pt idx="88">
                  <c:v>2007</c:v>
                </c:pt>
                <c:pt idx="89">
                  <c:v>2007</c:v>
                </c:pt>
                <c:pt idx="90">
                  <c:v>2007</c:v>
                </c:pt>
                <c:pt idx="91">
                  <c:v>2007</c:v>
                </c:pt>
                <c:pt idx="92">
                  <c:v>2007</c:v>
                </c:pt>
                <c:pt idx="93">
                  <c:v>2007</c:v>
                </c:pt>
                <c:pt idx="94">
                  <c:v>2007</c:v>
                </c:pt>
                <c:pt idx="95">
                  <c:v>2007</c:v>
                </c:pt>
                <c:pt idx="96">
                  <c:v>2008</c:v>
                </c:pt>
                <c:pt idx="97">
                  <c:v>2008</c:v>
                </c:pt>
                <c:pt idx="98">
                  <c:v>2008</c:v>
                </c:pt>
                <c:pt idx="99">
                  <c:v>2008</c:v>
                </c:pt>
                <c:pt idx="100">
                  <c:v>2008</c:v>
                </c:pt>
                <c:pt idx="101">
                  <c:v>2008</c:v>
                </c:pt>
                <c:pt idx="102">
                  <c:v>2008</c:v>
                </c:pt>
                <c:pt idx="103">
                  <c:v>2008</c:v>
                </c:pt>
                <c:pt idx="104">
                  <c:v>2008</c:v>
                </c:pt>
                <c:pt idx="105">
                  <c:v>2008</c:v>
                </c:pt>
                <c:pt idx="106">
                  <c:v>2008</c:v>
                </c:pt>
                <c:pt idx="107">
                  <c:v>2008</c:v>
                </c:pt>
                <c:pt idx="108">
                  <c:v>2009</c:v>
                </c:pt>
                <c:pt idx="109">
                  <c:v>2009</c:v>
                </c:pt>
                <c:pt idx="110">
                  <c:v>2009</c:v>
                </c:pt>
                <c:pt idx="111">
                  <c:v>2009</c:v>
                </c:pt>
                <c:pt idx="112">
                  <c:v>2009</c:v>
                </c:pt>
                <c:pt idx="113">
                  <c:v>2009</c:v>
                </c:pt>
                <c:pt idx="114">
                  <c:v>2009</c:v>
                </c:pt>
                <c:pt idx="115">
                  <c:v>2009</c:v>
                </c:pt>
                <c:pt idx="116">
                  <c:v>2009</c:v>
                </c:pt>
                <c:pt idx="117">
                  <c:v>2009</c:v>
                </c:pt>
                <c:pt idx="118">
                  <c:v>2009</c:v>
                </c:pt>
                <c:pt idx="119">
                  <c:v>2009</c:v>
                </c:pt>
                <c:pt idx="120">
                  <c:v>2010</c:v>
                </c:pt>
                <c:pt idx="121">
                  <c:v>2010</c:v>
                </c:pt>
                <c:pt idx="122">
                  <c:v>2010</c:v>
                </c:pt>
                <c:pt idx="123">
                  <c:v>2010</c:v>
                </c:pt>
                <c:pt idx="124">
                  <c:v>2010</c:v>
                </c:pt>
                <c:pt idx="125">
                  <c:v>2010</c:v>
                </c:pt>
                <c:pt idx="126">
                  <c:v>2010</c:v>
                </c:pt>
                <c:pt idx="127">
                  <c:v>2010</c:v>
                </c:pt>
                <c:pt idx="128">
                  <c:v>2010</c:v>
                </c:pt>
                <c:pt idx="129">
                  <c:v>2010</c:v>
                </c:pt>
                <c:pt idx="130">
                  <c:v>2010</c:v>
                </c:pt>
                <c:pt idx="131">
                  <c:v>2010</c:v>
                </c:pt>
                <c:pt idx="132">
                  <c:v>2011</c:v>
                </c:pt>
                <c:pt idx="133">
                  <c:v>2011</c:v>
                </c:pt>
                <c:pt idx="134">
                  <c:v>2011</c:v>
                </c:pt>
                <c:pt idx="135">
                  <c:v>2011</c:v>
                </c:pt>
                <c:pt idx="136">
                  <c:v>2011</c:v>
                </c:pt>
                <c:pt idx="137">
                  <c:v>2011</c:v>
                </c:pt>
                <c:pt idx="138">
                  <c:v>2011</c:v>
                </c:pt>
                <c:pt idx="139">
                  <c:v>2011</c:v>
                </c:pt>
                <c:pt idx="140">
                  <c:v>2011</c:v>
                </c:pt>
                <c:pt idx="141">
                  <c:v>2011</c:v>
                </c:pt>
                <c:pt idx="142">
                  <c:v>2011</c:v>
                </c:pt>
                <c:pt idx="143">
                  <c:v>2011</c:v>
                </c:pt>
                <c:pt idx="144">
                  <c:v>2012</c:v>
                </c:pt>
                <c:pt idx="145">
                  <c:v>2012</c:v>
                </c:pt>
                <c:pt idx="146">
                  <c:v>2012</c:v>
                </c:pt>
                <c:pt idx="147">
                  <c:v>2012</c:v>
                </c:pt>
                <c:pt idx="148">
                  <c:v>2012</c:v>
                </c:pt>
                <c:pt idx="149">
                  <c:v>2012</c:v>
                </c:pt>
                <c:pt idx="150">
                  <c:v>2012</c:v>
                </c:pt>
                <c:pt idx="151">
                  <c:v>2012</c:v>
                </c:pt>
                <c:pt idx="152">
                  <c:v>2012</c:v>
                </c:pt>
                <c:pt idx="153">
                  <c:v>2012</c:v>
                </c:pt>
                <c:pt idx="154">
                  <c:v>2012</c:v>
                </c:pt>
                <c:pt idx="155">
                  <c:v>2012</c:v>
                </c:pt>
                <c:pt idx="156">
                  <c:v>2013</c:v>
                </c:pt>
                <c:pt idx="157">
                  <c:v>2013</c:v>
                </c:pt>
                <c:pt idx="158">
                  <c:v>2013</c:v>
                </c:pt>
                <c:pt idx="159">
                  <c:v>2013</c:v>
                </c:pt>
                <c:pt idx="160">
                  <c:v>2013</c:v>
                </c:pt>
                <c:pt idx="161">
                  <c:v>2013</c:v>
                </c:pt>
                <c:pt idx="162">
                  <c:v>2013</c:v>
                </c:pt>
                <c:pt idx="163">
                  <c:v>2013</c:v>
                </c:pt>
                <c:pt idx="164">
                  <c:v>2013</c:v>
                </c:pt>
                <c:pt idx="165">
                  <c:v>2013</c:v>
                </c:pt>
                <c:pt idx="166">
                  <c:v>2013</c:v>
                </c:pt>
                <c:pt idx="167">
                  <c:v>2013</c:v>
                </c:pt>
                <c:pt idx="168">
                  <c:v>2014</c:v>
                </c:pt>
                <c:pt idx="169">
                  <c:v>2014</c:v>
                </c:pt>
                <c:pt idx="170">
                  <c:v>2014</c:v>
                </c:pt>
                <c:pt idx="171">
                  <c:v>2014</c:v>
                </c:pt>
                <c:pt idx="172">
                  <c:v>2014</c:v>
                </c:pt>
                <c:pt idx="173">
                  <c:v>2014</c:v>
                </c:pt>
                <c:pt idx="174">
                  <c:v>2014</c:v>
                </c:pt>
                <c:pt idx="175">
                  <c:v>2014</c:v>
                </c:pt>
                <c:pt idx="176">
                  <c:v>2014</c:v>
                </c:pt>
                <c:pt idx="177">
                  <c:v>2014</c:v>
                </c:pt>
                <c:pt idx="178">
                  <c:v>2014</c:v>
                </c:pt>
                <c:pt idx="179">
                  <c:v>2014</c:v>
                </c:pt>
                <c:pt idx="180">
                  <c:v>2015</c:v>
                </c:pt>
                <c:pt idx="181">
                  <c:v>2015</c:v>
                </c:pt>
                <c:pt idx="182">
                  <c:v>2015</c:v>
                </c:pt>
                <c:pt idx="183">
                  <c:v>2015</c:v>
                </c:pt>
                <c:pt idx="184">
                  <c:v>2015</c:v>
                </c:pt>
                <c:pt idx="185">
                  <c:v>2015</c:v>
                </c:pt>
                <c:pt idx="186">
                  <c:v>2015</c:v>
                </c:pt>
                <c:pt idx="187">
                  <c:v>2015</c:v>
                </c:pt>
                <c:pt idx="188">
                  <c:v>2015</c:v>
                </c:pt>
                <c:pt idx="189">
                  <c:v>2015</c:v>
                </c:pt>
                <c:pt idx="190">
                  <c:v>2015</c:v>
                </c:pt>
                <c:pt idx="191">
                  <c:v>2015</c:v>
                </c:pt>
                <c:pt idx="192">
                  <c:v>2016</c:v>
                </c:pt>
                <c:pt idx="193">
                  <c:v>2016</c:v>
                </c:pt>
                <c:pt idx="194">
                  <c:v>2016</c:v>
                </c:pt>
                <c:pt idx="195">
                  <c:v>2016</c:v>
                </c:pt>
                <c:pt idx="196">
                  <c:v>2016</c:v>
                </c:pt>
                <c:pt idx="197">
                  <c:v>2016</c:v>
                </c:pt>
                <c:pt idx="198">
                  <c:v>2016</c:v>
                </c:pt>
                <c:pt idx="199">
                  <c:v>2016</c:v>
                </c:pt>
                <c:pt idx="200">
                  <c:v>2016</c:v>
                </c:pt>
                <c:pt idx="201">
                  <c:v>2016</c:v>
                </c:pt>
                <c:pt idx="202">
                  <c:v>2016</c:v>
                </c:pt>
                <c:pt idx="203">
                  <c:v>2016</c:v>
                </c:pt>
                <c:pt idx="204">
                  <c:v>2017</c:v>
                </c:pt>
                <c:pt idx="205">
                  <c:v>2017</c:v>
                </c:pt>
                <c:pt idx="206">
                  <c:v>2017</c:v>
                </c:pt>
                <c:pt idx="207">
                  <c:v>2017</c:v>
                </c:pt>
                <c:pt idx="208">
                  <c:v>2017</c:v>
                </c:pt>
                <c:pt idx="209">
                  <c:v>2017</c:v>
                </c:pt>
                <c:pt idx="210">
                  <c:v>2017</c:v>
                </c:pt>
                <c:pt idx="211">
                  <c:v>2017</c:v>
                </c:pt>
                <c:pt idx="212">
                  <c:v>2017</c:v>
                </c:pt>
                <c:pt idx="213">
                  <c:v>2017</c:v>
                </c:pt>
                <c:pt idx="214">
                  <c:v>2017</c:v>
                </c:pt>
                <c:pt idx="215">
                  <c:v>2017</c:v>
                </c:pt>
                <c:pt idx="216">
                  <c:v>2018</c:v>
                </c:pt>
                <c:pt idx="217">
                  <c:v>2018</c:v>
                </c:pt>
                <c:pt idx="218">
                  <c:v>2018</c:v>
                </c:pt>
                <c:pt idx="219">
                  <c:v>2018</c:v>
                </c:pt>
                <c:pt idx="220">
                  <c:v>2018</c:v>
                </c:pt>
                <c:pt idx="221">
                  <c:v>2018</c:v>
                </c:pt>
                <c:pt idx="222">
                  <c:v>2018</c:v>
                </c:pt>
                <c:pt idx="223">
                  <c:v>2018</c:v>
                </c:pt>
                <c:pt idx="224">
                  <c:v>2018</c:v>
                </c:pt>
                <c:pt idx="225">
                  <c:v>2018</c:v>
                </c:pt>
                <c:pt idx="226">
                  <c:v>2018</c:v>
                </c:pt>
                <c:pt idx="227">
                  <c:v>2018</c:v>
                </c:pt>
                <c:pt idx="228">
                  <c:v>2019</c:v>
                </c:pt>
                <c:pt idx="229">
                  <c:v>2019</c:v>
                </c:pt>
                <c:pt idx="230">
                  <c:v>2019</c:v>
                </c:pt>
                <c:pt idx="231">
                  <c:v>2019</c:v>
                </c:pt>
                <c:pt idx="232">
                  <c:v>2019</c:v>
                </c:pt>
                <c:pt idx="233">
                  <c:v>2019</c:v>
                </c:pt>
                <c:pt idx="234">
                  <c:v>2019</c:v>
                </c:pt>
                <c:pt idx="235">
                  <c:v>2019</c:v>
                </c:pt>
                <c:pt idx="236">
                  <c:v>2019</c:v>
                </c:pt>
                <c:pt idx="237">
                  <c:v>2019</c:v>
                </c:pt>
                <c:pt idx="238">
                  <c:v>2019</c:v>
                </c:pt>
                <c:pt idx="239">
                  <c:v>2019</c:v>
                </c:pt>
                <c:pt idx="240">
                  <c:v>2020</c:v>
                </c:pt>
                <c:pt idx="241">
                  <c:v>2020</c:v>
                </c:pt>
                <c:pt idx="242">
                  <c:v>2020</c:v>
                </c:pt>
                <c:pt idx="243">
                  <c:v>2020</c:v>
                </c:pt>
                <c:pt idx="244">
                  <c:v>2020</c:v>
                </c:pt>
                <c:pt idx="245">
                  <c:v>2020</c:v>
                </c:pt>
                <c:pt idx="246">
                  <c:v>2020</c:v>
                </c:pt>
                <c:pt idx="247">
                  <c:v>2020</c:v>
                </c:pt>
                <c:pt idx="248">
                  <c:v>2020</c:v>
                </c:pt>
                <c:pt idx="249">
                  <c:v>2020</c:v>
                </c:pt>
                <c:pt idx="250">
                  <c:v>2020</c:v>
                </c:pt>
                <c:pt idx="251">
                  <c:v>2020</c:v>
                </c:pt>
                <c:pt idx="252">
                  <c:v>2021</c:v>
                </c:pt>
                <c:pt idx="253">
                  <c:v>2021</c:v>
                </c:pt>
                <c:pt idx="254">
                  <c:v>2021</c:v>
                </c:pt>
                <c:pt idx="255">
                  <c:v>2021</c:v>
                </c:pt>
                <c:pt idx="256">
                  <c:v>2021</c:v>
                </c:pt>
                <c:pt idx="257">
                  <c:v>2021</c:v>
                </c:pt>
                <c:pt idx="258">
                  <c:v>2021</c:v>
                </c:pt>
                <c:pt idx="259">
                  <c:v>2021</c:v>
                </c:pt>
                <c:pt idx="260">
                  <c:v>2021</c:v>
                </c:pt>
                <c:pt idx="261">
                  <c:v>2021</c:v>
                </c:pt>
                <c:pt idx="262">
                  <c:v>2021</c:v>
                </c:pt>
                <c:pt idx="263">
                  <c:v>2021</c:v>
                </c:pt>
                <c:pt idx="264">
                  <c:v>2022</c:v>
                </c:pt>
                <c:pt idx="265">
                  <c:v>2022</c:v>
                </c:pt>
                <c:pt idx="266">
                  <c:v>2022</c:v>
                </c:pt>
                <c:pt idx="267">
                  <c:v>2022</c:v>
                </c:pt>
                <c:pt idx="268">
                  <c:v>2022</c:v>
                </c:pt>
                <c:pt idx="269">
                  <c:v>2022</c:v>
                </c:pt>
                <c:pt idx="270">
                  <c:v>2022</c:v>
                </c:pt>
                <c:pt idx="271">
                  <c:v>2022</c:v>
                </c:pt>
                <c:pt idx="272">
                  <c:v>2022</c:v>
                </c:pt>
                <c:pt idx="273">
                  <c:v>2022</c:v>
                </c:pt>
                <c:pt idx="274">
                  <c:v>2022</c:v>
                </c:pt>
                <c:pt idx="275">
                  <c:v>2022</c:v>
                </c:pt>
                <c:pt idx="276">
                  <c:v>2023</c:v>
                </c:pt>
                <c:pt idx="277">
                  <c:v>2023</c:v>
                </c:pt>
                <c:pt idx="278">
                  <c:v>2023</c:v>
                </c:pt>
                <c:pt idx="279">
                  <c:v>2023</c:v>
                </c:pt>
                <c:pt idx="280">
                  <c:v>2023</c:v>
                </c:pt>
                <c:pt idx="281">
                  <c:v>2023</c:v>
                </c:pt>
                <c:pt idx="282">
                  <c:v>2023</c:v>
                </c:pt>
                <c:pt idx="283">
                  <c:v>2023</c:v>
                </c:pt>
                <c:pt idx="284">
                  <c:v>2023</c:v>
                </c:pt>
                <c:pt idx="285">
                  <c:v>2023</c:v>
                </c:pt>
                <c:pt idx="286">
                  <c:v>2023</c:v>
                </c:pt>
                <c:pt idx="287">
                  <c:v>2023</c:v>
                </c:pt>
                <c:pt idx="288">
                  <c:v>2024</c:v>
                </c:pt>
                <c:pt idx="289">
                  <c:v>2024</c:v>
                </c:pt>
                <c:pt idx="290">
                  <c:v>2024</c:v>
                </c:pt>
                <c:pt idx="291">
                  <c:v>2024</c:v>
                </c:pt>
                <c:pt idx="292">
                  <c:v>2024</c:v>
                </c:pt>
                <c:pt idx="293">
                  <c:v>2024</c:v>
                </c:pt>
                <c:pt idx="294">
                  <c:v>2024</c:v>
                </c:pt>
                <c:pt idx="295">
                  <c:v>2024</c:v>
                </c:pt>
                <c:pt idx="296">
                  <c:v>2024</c:v>
                </c:pt>
                <c:pt idx="297">
                  <c:v>2024</c:v>
                </c:pt>
                <c:pt idx="298">
                  <c:v>2024</c:v>
                </c:pt>
                <c:pt idx="299">
                  <c:v>2024</c:v>
                </c:pt>
                <c:pt idx="300">
                  <c:v>2025</c:v>
                </c:pt>
                <c:pt idx="301">
                  <c:v>2025</c:v>
                </c:pt>
                <c:pt idx="302">
                  <c:v>2025</c:v>
                </c:pt>
                <c:pt idx="303">
                  <c:v>2025</c:v>
                </c:pt>
                <c:pt idx="304">
                  <c:v>2025</c:v>
                </c:pt>
                <c:pt idx="305">
                  <c:v>2025</c:v>
                </c:pt>
                <c:pt idx="306">
                  <c:v>2025</c:v>
                </c:pt>
                <c:pt idx="307">
                  <c:v>2025</c:v>
                </c:pt>
                <c:pt idx="308">
                  <c:v>2025</c:v>
                </c:pt>
                <c:pt idx="309">
                  <c:v>2025</c:v>
                </c:pt>
                <c:pt idx="310">
                  <c:v>2025</c:v>
                </c:pt>
                <c:pt idx="311">
                  <c:v>2025</c:v>
                </c:pt>
                <c:pt idx="312">
                  <c:v>2026</c:v>
                </c:pt>
                <c:pt idx="313">
                  <c:v>2026</c:v>
                </c:pt>
                <c:pt idx="314">
                  <c:v>2026</c:v>
                </c:pt>
                <c:pt idx="315">
                  <c:v>2026</c:v>
                </c:pt>
                <c:pt idx="316">
                  <c:v>2026</c:v>
                </c:pt>
                <c:pt idx="317">
                  <c:v>2026</c:v>
                </c:pt>
                <c:pt idx="318">
                  <c:v>2026</c:v>
                </c:pt>
              </c:strCache>
            </c:strRef>
          </c:cat>
          <c:val>
            <c:numRef>
              <c:f>Sheet1!$B$2:$B$320</c:f>
              <c:numCache>
                <c:formatCode>General</c:formatCode>
                <c:ptCount val="319"/>
                <c:pt idx="0">
                  <c:v>124.9</c:v>
                </c:pt>
                <c:pt idx="1">
                  <c:v>144.9</c:v>
                </c:pt>
                <c:pt idx="2">
                  <c:v>128.3</c:v>
                </c:pt>
                <c:pt idx="3">
                  <c:v>130.2</c:v>
                </c:pt>
                <c:pt idx="4">
                  <c:v>129.2</c:v>
                </c:pt>
                <c:pt idx="5">
                  <c:v>118.8</c:v>
                </c:pt>
                <c:pt idx="6">
                  <c:v>120.4</c:v>
                </c:pt>
                <c:pt idx="7">
                  <c:v>123.6</c:v>
                </c:pt>
                <c:pt idx="8">
                  <c:v>117.8</c:v>
                </c:pt>
                <c:pt idx="9">
                  <c:v>125.4</c:v>
                </c:pt>
                <c:pt idx="10">
                  <c:v>110.9</c:v>
                </c:pt>
                <c:pt idx="11">
                  <c:v>113.5</c:v>
                </c:pt>
                <c:pt idx="12">
                  <c:v>104.3</c:v>
                </c:pt>
                <c:pt idx="13">
                  <c:v>112.9</c:v>
                </c:pt>
                <c:pt idx="14">
                  <c:v>110.7</c:v>
                </c:pt>
                <c:pt idx="15">
                  <c:v>122.8</c:v>
                </c:pt>
                <c:pt idx="16">
                  <c:v>119.5</c:v>
                </c:pt>
                <c:pt idx="17">
                  <c:v>111.0</c:v>
                </c:pt>
                <c:pt idx="18">
                  <c:v>122.6</c:v>
                </c:pt>
                <c:pt idx="19">
                  <c:v>124.2</c:v>
                </c:pt>
                <c:pt idx="20">
                  <c:v>132.4</c:v>
                </c:pt>
                <c:pt idx="21">
                  <c:v>125.3</c:v>
                </c:pt>
                <c:pt idx="22">
                  <c:v>125.0</c:v>
                </c:pt>
                <c:pt idx="23">
                  <c:v>129.3</c:v>
                </c:pt>
                <c:pt idx="24">
                  <c:v>140.1</c:v>
                </c:pt>
                <c:pt idx="25">
                  <c:v>143.4</c:v>
                </c:pt>
                <c:pt idx="26">
                  <c:v>134.8</c:v>
                </c:pt>
                <c:pt idx="27">
                  <c:v>136.2</c:v>
                </c:pt>
                <c:pt idx="28">
                  <c:v>130.4</c:v>
                </c:pt>
                <c:pt idx="29">
                  <c:v>124.5</c:v>
                </c:pt>
                <c:pt idx="30">
                  <c:v>128.8</c:v>
                </c:pt>
                <c:pt idx="31">
                  <c:v>112.4</c:v>
                </c:pt>
                <c:pt idx="32">
                  <c:v>114.7</c:v>
                </c:pt>
                <c:pt idx="33">
                  <c:v>102.6</c:v>
                </c:pt>
                <c:pt idx="34">
                  <c:v>91.8</c:v>
                </c:pt>
                <c:pt idx="35">
                  <c:v>86.5</c:v>
                </c:pt>
                <c:pt idx="36">
                  <c:v>76.7</c:v>
                </c:pt>
                <c:pt idx="37">
                  <c:v>73.6</c:v>
                </c:pt>
                <c:pt idx="38">
                  <c:v>68.8</c:v>
                </c:pt>
                <c:pt idx="39">
                  <c:v>57.1</c:v>
                </c:pt>
                <c:pt idx="40">
                  <c:v>49.8</c:v>
                </c:pt>
                <c:pt idx="41">
                  <c:v>65.9</c:v>
                </c:pt>
                <c:pt idx="42">
                  <c:v>87.8</c:v>
                </c:pt>
                <c:pt idx="43">
                  <c:v>124.5</c:v>
                </c:pt>
                <c:pt idx="44">
                  <c:v>124.1</c:v>
                </c:pt>
                <c:pt idx="45">
                  <c:v>132.6</c:v>
                </c:pt>
                <c:pt idx="46">
                  <c:v>118.3</c:v>
                </c:pt>
                <c:pt idx="47">
                  <c:v>121.4</c:v>
                </c:pt>
                <c:pt idx="48">
                  <c:v>125.4</c:v>
                </c:pt>
                <c:pt idx="49">
                  <c:v>118.7</c:v>
                </c:pt>
                <c:pt idx="50">
                  <c:v>128.7</c:v>
                </c:pt>
                <c:pt idx="51">
                  <c:v>140.0</c:v>
                </c:pt>
                <c:pt idx="52">
                  <c:v>138.5</c:v>
                </c:pt>
                <c:pt idx="53">
                  <c:v>163.8</c:v>
                </c:pt>
                <c:pt idx="54">
                  <c:v>164.9</c:v>
                </c:pt>
                <c:pt idx="55">
                  <c:v>144.5</c:v>
                </c:pt>
                <c:pt idx="56">
                  <c:v>129.1</c:v>
                </c:pt>
                <c:pt idx="57">
                  <c:v>138.1</c:v>
                </c:pt>
                <c:pt idx="58">
                  <c:v>134.8</c:v>
                </c:pt>
                <c:pt idx="59">
                  <c:v>133.4</c:v>
                </c:pt>
                <c:pt idx="60">
                  <c:v>123.4</c:v>
                </c:pt>
                <c:pt idx="61">
                  <c:v>131.9</c:v>
                </c:pt>
                <c:pt idx="62">
                  <c:v>126.7</c:v>
                </c:pt>
                <c:pt idx="63">
                  <c:v>117.1</c:v>
                </c:pt>
                <c:pt idx="64">
                  <c:v>119.1</c:v>
                </c:pt>
                <c:pt idx="65">
                  <c:v>113.5</c:v>
                </c:pt>
                <c:pt idx="66">
                  <c:v>120.3</c:v>
                </c:pt>
                <c:pt idx="67">
                  <c:v>125.2</c:v>
                </c:pt>
                <c:pt idx="68">
                  <c:v>125.1</c:v>
                </c:pt>
                <c:pt idx="69">
                  <c:v>125.7</c:v>
                </c:pt>
                <c:pt idx="70">
                  <c:v>122.4</c:v>
                </c:pt>
                <c:pt idx="71">
                  <c:v>119.2</c:v>
                </c:pt>
                <c:pt idx="72">
                  <c:v>124.0</c:v>
                </c:pt>
                <c:pt idx="73">
                  <c:v>112.1</c:v>
                </c:pt>
                <c:pt idx="74">
                  <c:v>108.7</c:v>
                </c:pt>
                <c:pt idx="75">
                  <c:v>126.4</c:v>
                </c:pt>
                <c:pt idx="76">
                  <c:v>102.2</c:v>
                </c:pt>
                <c:pt idx="77">
                  <c:v>108.9</c:v>
                </c:pt>
                <c:pt idx="78">
                  <c:v>112.5</c:v>
                </c:pt>
                <c:pt idx="79">
                  <c:v>106.1</c:v>
                </c:pt>
                <c:pt idx="80">
                  <c:v>103.6</c:v>
                </c:pt>
                <c:pt idx="81">
                  <c:v>99.8</c:v>
                </c:pt>
                <c:pt idx="82">
                  <c:v>87.7</c:v>
                </c:pt>
                <c:pt idx="83">
                  <c:v>89.8</c:v>
                </c:pt>
                <c:pt idx="84">
                  <c:v>96.8</c:v>
                </c:pt>
                <c:pt idx="85">
                  <c:v>84.5</c:v>
                </c:pt>
                <c:pt idx="86">
                  <c:v>84.8</c:v>
                </c:pt>
                <c:pt idx="87">
                  <c:v>78.4</c:v>
                </c:pt>
                <c:pt idx="88">
                  <c:v>81.0</c:v>
                </c:pt>
                <c:pt idx="89">
                  <c:v>85.6</c:v>
                </c:pt>
                <c:pt idx="90">
                  <c:v>81.3</c:v>
                </c:pt>
                <c:pt idx="91">
                  <c:v>74.6</c:v>
                </c:pt>
                <c:pt idx="92">
                  <c:v>82.3</c:v>
                </c:pt>
                <c:pt idx="93">
                  <c:v>84.4</c:v>
                </c:pt>
                <c:pt idx="94">
                  <c:v>74.2</c:v>
                </c:pt>
                <c:pt idx="95">
                  <c:v>79.7</c:v>
                </c:pt>
                <c:pt idx="96">
                  <c:v>92.3</c:v>
                </c:pt>
                <c:pt idx="97">
                  <c:v>82.0</c:v>
                </c:pt>
                <c:pt idx="98">
                  <c:v>70.6</c:v>
                </c:pt>
                <c:pt idx="99">
                  <c:v>76.7</c:v>
                </c:pt>
                <c:pt idx="100">
                  <c:v>85.8</c:v>
                </c:pt>
                <c:pt idx="101">
                  <c:v>84.3</c:v>
                </c:pt>
                <c:pt idx="102">
                  <c:v>80.8</c:v>
                </c:pt>
                <c:pt idx="103">
                  <c:v>71.2</c:v>
                </c:pt>
                <c:pt idx="104">
                  <c:v>65.7</c:v>
                </c:pt>
                <c:pt idx="105">
                  <c:v>93.4</c:v>
                </c:pt>
                <c:pt idx="106">
                  <c:v>83.3</c:v>
                </c:pt>
                <c:pt idx="107">
                  <c:v>81.0</c:v>
                </c:pt>
                <c:pt idx="108">
                  <c:v>90.0</c:v>
                </c:pt>
                <c:pt idx="109">
                  <c:v>90.3</c:v>
                </c:pt>
                <c:pt idx="110">
                  <c:v>91.4</c:v>
                </c:pt>
                <c:pt idx="111">
                  <c:v>102.0</c:v>
                </c:pt>
                <c:pt idx="112">
                  <c:v>115.2</c:v>
                </c:pt>
                <c:pt idx="113">
                  <c:v>110.0</c:v>
                </c:pt>
                <c:pt idx="114">
                  <c:v>114.6</c:v>
                </c:pt>
                <c:pt idx="115">
                  <c:v>109.0</c:v>
                </c:pt>
                <c:pt idx="116">
                  <c:v>110.5</c:v>
                </c:pt>
                <c:pt idx="117">
                  <c:v>116.1</c:v>
                </c:pt>
                <c:pt idx="118">
                  <c:v>105.2</c:v>
                </c:pt>
                <c:pt idx="119">
                  <c:v>111.9</c:v>
                </c:pt>
                <c:pt idx="120">
                  <c:v>117.5</c:v>
                </c:pt>
                <c:pt idx="121">
                  <c:v>116.3</c:v>
                </c:pt>
                <c:pt idx="122">
                  <c:v>122.1</c:v>
                </c:pt>
                <c:pt idx="123">
                  <c:v>114.1</c:v>
                </c:pt>
                <c:pt idx="124">
                  <c:v>111.8</c:v>
                </c:pt>
                <c:pt idx="125">
                  <c:v>100.0</c:v>
                </c:pt>
                <c:pt idx="126">
                  <c:v>93.6</c:v>
                </c:pt>
                <c:pt idx="127">
                  <c:v>90.0</c:v>
                </c:pt>
                <c:pt idx="128">
                  <c:v>86.6</c:v>
                </c:pt>
                <c:pt idx="129">
                  <c:v>80.0</c:v>
                </c:pt>
                <c:pt idx="130">
                  <c:v>99.8</c:v>
                </c:pt>
                <c:pt idx="131">
                  <c:v>96.0</c:v>
                </c:pt>
                <c:pt idx="132">
                  <c:v>102.9</c:v>
                </c:pt>
                <c:pt idx="133">
                  <c:v>102.0</c:v>
                </c:pt>
                <c:pt idx="134">
                  <c:v>102.1</c:v>
                </c:pt>
                <c:pt idx="135">
                  <c:v>102.8</c:v>
                </c:pt>
                <c:pt idx="136">
                  <c:v>95.5</c:v>
                </c:pt>
                <c:pt idx="137">
                  <c:v>95.6</c:v>
                </c:pt>
                <c:pt idx="138">
                  <c:v>94.0</c:v>
                </c:pt>
                <c:pt idx="139">
                  <c:v>93.2</c:v>
                </c:pt>
                <c:pt idx="140">
                  <c:v>89.5</c:v>
                </c:pt>
                <c:pt idx="141">
                  <c:v>90.7</c:v>
                </c:pt>
                <c:pt idx="142">
                  <c:v>90.3</c:v>
                </c:pt>
                <c:pt idx="143">
                  <c:v>85.6</c:v>
                </c:pt>
                <c:pt idx="144">
                  <c:v>85.0</c:v>
                </c:pt>
                <c:pt idx="145">
                  <c:v>88.8</c:v>
                </c:pt>
                <c:pt idx="146">
                  <c:v>87.3</c:v>
                </c:pt>
                <c:pt idx="147">
                  <c:v>79.3</c:v>
                </c:pt>
                <c:pt idx="148">
                  <c:v>79.9</c:v>
                </c:pt>
                <c:pt idx="149">
                  <c:v>73.9</c:v>
                </c:pt>
                <c:pt idx="150">
                  <c:v>65.3</c:v>
                </c:pt>
                <c:pt idx="151">
                  <c:v>72.0</c:v>
                </c:pt>
                <c:pt idx="152">
                  <c:v>67.4</c:v>
                </c:pt>
                <c:pt idx="153">
                  <c:v>67.4</c:v>
                </c:pt>
                <c:pt idx="154">
                  <c:v>63.3</c:v>
                </c:pt>
                <c:pt idx="155">
                  <c:v>69.6</c:v>
                </c:pt>
                <c:pt idx="156">
                  <c:v>65.4</c:v>
                </c:pt>
                <c:pt idx="157">
                  <c:v>69.9</c:v>
                </c:pt>
                <c:pt idx="158">
                  <c:v>50.7</c:v>
                </c:pt>
                <c:pt idx="159">
                  <c:v>47.0</c:v>
                </c:pt>
                <c:pt idx="160">
                  <c:v>72.6</c:v>
                </c:pt>
                <c:pt idx="161">
                  <c:v>70.8</c:v>
                </c:pt>
                <c:pt idx="162">
                  <c:v>66.3</c:v>
                </c:pt>
                <c:pt idx="163">
                  <c:v>62.0</c:v>
                </c:pt>
                <c:pt idx="164">
                  <c:v>58.5</c:v>
                </c:pt>
                <c:pt idx="165">
                  <c:v>51.9</c:v>
                </c:pt>
                <c:pt idx="166">
                  <c:v>52.8</c:v>
                </c:pt>
                <c:pt idx="167">
                  <c:v>61.0</c:v>
                </c:pt>
                <c:pt idx="168">
                  <c:v>54.2</c:v>
                </c:pt>
                <c:pt idx="169">
                  <c:v>52.1</c:v>
                </c:pt>
                <c:pt idx="170">
                  <c:v>53.8</c:v>
                </c:pt>
                <c:pt idx="171">
                  <c:v>54.0</c:v>
                </c:pt>
                <c:pt idx="172">
                  <c:v>50.1</c:v>
                </c:pt>
                <c:pt idx="173">
                  <c:v>48.3</c:v>
                </c:pt>
                <c:pt idx="174">
                  <c:v>46.6</c:v>
                </c:pt>
                <c:pt idx="175">
                  <c:v>43.5</c:v>
                </c:pt>
                <c:pt idx="176">
                  <c:v>45.3</c:v>
                </c:pt>
                <c:pt idx="177">
                  <c:v>43.6</c:v>
                </c:pt>
                <c:pt idx="178">
                  <c:v>42.1</c:v>
                </c:pt>
                <c:pt idx="179">
                  <c:v>35.7</c:v>
                </c:pt>
                <c:pt idx="180">
                  <c:v>27.8</c:v>
                </c:pt>
                <c:pt idx="181">
                  <c:v>33.4</c:v>
                </c:pt>
                <c:pt idx="182">
                  <c:v>33.8</c:v>
                </c:pt>
                <c:pt idx="183">
                  <c:v>31.0</c:v>
                </c:pt>
                <c:pt idx="184">
                  <c:v>41.4</c:v>
                </c:pt>
                <c:pt idx="185">
                  <c:v>47.2</c:v>
                </c:pt>
                <c:pt idx="186">
                  <c:v>40.9</c:v>
                </c:pt>
                <c:pt idx="187">
                  <c:v>38.8</c:v>
                </c:pt>
                <c:pt idx="188">
                  <c:v>31.4</c:v>
                </c:pt>
                <c:pt idx="189">
                  <c:v>30.4</c:v>
                </c:pt>
                <c:pt idx="190">
                  <c:v>32.4</c:v>
                </c:pt>
                <c:pt idx="191">
                  <c:v>31.6</c:v>
                </c:pt>
                <c:pt idx="192">
                  <c:v>18.7</c:v>
                </c:pt>
                <c:pt idx="193">
                  <c:v>18.1</c:v>
                </c:pt>
                <c:pt idx="194">
                  <c:v>12.4</c:v>
                </c:pt>
                <c:pt idx="195">
                  <c:v>16.2</c:v>
                </c:pt>
                <c:pt idx="196">
                  <c:v>12.7</c:v>
                </c:pt>
                <c:pt idx="197">
                  <c:v>8.8</c:v>
                </c:pt>
                <c:pt idx="198">
                  <c:v>7.3</c:v>
                </c:pt>
                <c:pt idx="199">
                  <c:v>11.0</c:v>
                </c:pt>
                <c:pt idx="200">
                  <c:v>20.5</c:v>
                </c:pt>
                <c:pt idx="201">
                  <c:v>20.3</c:v>
                </c:pt>
                <c:pt idx="202">
                  <c:v>18.1</c:v>
                </c:pt>
                <c:pt idx="203">
                  <c:v>23.0</c:v>
                </c:pt>
                <c:pt idx="204">
                  <c:v>28.0</c:v>
                </c:pt>
                <c:pt idx="205">
                  <c:v>33.2</c:v>
                </c:pt>
                <c:pt idx="206">
                  <c:v>27.1</c:v>
                </c:pt>
                <c:pt idx="207">
                  <c:v>22.3</c:v>
                </c:pt>
                <c:pt idx="208">
                  <c:v>21.2</c:v>
                </c:pt>
                <c:pt idx="209">
                  <c:v>20.1</c:v>
                </c:pt>
                <c:pt idx="210">
                  <c:v>19.1</c:v>
                </c:pt>
                <c:pt idx="211">
                  <c:v>17.5</c:v>
                </c:pt>
                <c:pt idx="212">
                  <c:v>18.2</c:v>
                </c:pt>
                <c:pt idx="213">
                  <c:v>21.9</c:v>
                </c:pt>
                <c:pt idx="214">
                  <c:v>22.3</c:v>
                </c:pt>
                <c:pt idx="215">
                  <c:v>18.7</c:v>
                </c:pt>
                <c:pt idx="216">
                  <c:v>20.6</c:v>
                </c:pt>
                <c:pt idx="217">
                  <c:v>20.6</c:v>
                </c:pt>
                <c:pt idx="218">
                  <c:v>18.0</c:v>
                </c:pt>
                <c:pt idx="219">
                  <c:v>19.2</c:v>
                </c:pt>
                <c:pt idx="220">
                  <c:v>18.6</c:v>
                </c:pt>
                <c:pt idx="221">
                  <c:v>16.9</c:v>
                </c:pt>
                <c:pt idx="222">
                  <c:v>21.9</c:v>
                </c:pt>
                <c:pt idx="223">
                  <c:v>22.9</c:v>
                </c:pt>
                <c:pt idx="224">
                  <c:v>24.8</c:v>
                </c:pt>
                <c:pt idx="225">
                  <c:v>23.9</c:v>
                </c:pt>
                <c:pt idx="226">
                  <c:v>23.2</c:v>
                </c:pt>
                <c:pt idx="227">
                  <c:v>15.2</c:v>
                </c:pt>
                <c:pt idx="228">
                  <c:v>16.7</c:v>
                </c:pt>
                <c:pt idx="229">
                  <c:v>14.1</c:v>
                </c:pt>
                <c:pt idx="230">
                  <c:v>10.1</c:v>
                </c:pt>
                <c:pt idx="231">
                  <c:v>10.8</c:v>
                </c:pt>
                <c:pt idx="232">
                  <c:v>8.7</c:v>
                </c:pt>
                <c:pt idx="233">
                  <c:v>6.6</c:v>
                </c:pt>
                <c:pt idx="234">
                  <c:v>5.9</c:v>
                </c:pt>
                <c:pt idx="235">
                  <c:v>3.2</c:v>
                </c:pt>
                <c:pt idx="236">
                  <c:v>9.7</c:v>
                </c:pt>
                <c:pt idx="237">
                  <c:v>9.8</c:v>
                </c:pt>
                <c:pt idx="238">
                  <c:v>10.4</c:v>
                </c:pt>
                <c:pt idx="239">
                  <c:v>11.7</c:v>
                </c:pt>
                <c:pt idx="240">
                  <c:v>9.8</c:v>
                </c:pt>
                <c:pt idx="241">
                  <c:v>10.5</c:v>
                </c:pt>
                <c:pt idx="242">
                  <c:v>20.1</c:v>
                </c:pt>
                <c:pt idx="243">
                  <c:v>14.8</c:v>
                </c:pt>
                <c:pt idx="244">
                  <c:v>17.3</c:v>
                </c:pt>
                <c:pt idx="245">
                  <c:v>16.2</c:v>
                </c:pt>
                <c:pt idx="246">
                  <c:v>16.2</c:v>
                </c:pt>
                <c:pt idx="247">
                  <c:v>18.0</c:v>
                </c:pt>
                <c:pt idx="248">
                  <c:v>17.6</c:v>
                </c:pt>
                <c:pt idx="249">
                  <c:v>16.6</c:v>
                </c:pt>
                <c:pt idx="250">
                  <c:v>16.5</c:v>
                </c:pt>
                <c:pt idx="251">
                  <c:v>15.7</c:v>
                </c:pt>
                <c:pt idx="252">
                  <c:v>18.5</c:v>
                </c:pt>
                <c:pt idx="253">
                  <c:v>28.2</c:v>
                </c:pt>
                <c:pt idx="254">
                  <c:v>22.6</c:v>
                </c:pt>
                <c:pt idx="255">
                  <c:v>22.5</c:v>
                </c:pt>
                <c:pt idx="256">
                  <c:v>22.5</c:v>
                </c:pt>
                <c:pt idx="257">
                  <c:v>17.5</c:v>
                </c:pt>
                <c:pt idx="258">
                  <c:v>14.7</c:v>
                </c:pt>
                <c:pt idx="259">
                  <c:v>16.2</c:v>
                </c:pt>
                <c:pt idx="260">
                  <c:v>19.1</c:v>
                </c:pt>
                <c:pt idx="261">
                  <c:v>20.6</c:v>
                </c:pt>
                <c:pt idx="262">
                  <c:v>21.1</c:v>
                </c:pt>
                <c:pt idx="263">
                  <c:v>18.4</c:v>
                </c:pt>
                <c:pt idx="264">
                  <c:v>22.7</c:v>
                </c:pt>
                <c:pt idx="265">
                  <c:v>23.9</c:v>
                </c:pt>
                <c:pt idx="266">
                  <c:v>27.1</c:v>
                </c:pt>
                <c:pt idx="267">
                  <c:v>28.0</c:v>
                </c:pt>
                <c:pt idx="268">
                  <c:v>30.3</c:v>
                </c:pt>
                <c:pt idx="269">
                  <c:v>31.9</c:v>
                </c:pt>
                <c:pt idx="270">
                  <c:v>27.5</c:v>
                </c:pt>
                <c:pt idx="271">
                  <c:v>31.7</c:v>
                </c:pt>
                <c:pt idx="272">
                  <c:v>32.7</c:v>
                </c:pt>
                <c:pt idx="273">
                  <c:v>30.3</c:v>
                </c:pt>
                <c:pt idx="274">
                  <c:v>29.3</c:v>
                </c:pt>
                <c:pt idx="275">
                  <c:v>42.4</c:v>
                </c:pt>
                <c:pt idx="276">
                  <c:v>49.6</c:v>
                </c:pt>
                <c:pt idx="277">
                  <c:v>55.9</c:v>
                </c:pt>
                <c:pt idx="278">
                  <c:v>45.0</c:v>
                </c:pt>
                <c:pt idx="279">
                  <c:v>44.8</c:v>
                </c:pt>
                <c:pt idx="280">
                  <c:v>49.8</c:v>
                </c:pt>
                <c:pt idx="281">
                  <c:v>50.1</c:v>
                </c:pt>
                <c:pt idx="282">
                  <c:v>56.6</c:v>
                </c:pt>
                <c:pt idx="283">
                  <c:v>65.3</c:v>
                </c:pt>
                <c:pt idx="284">
                  <c:v>73.0</c:v>
                </c:pt>
                <c:pt idx="285">
                  <c:v>78.1</c:v>
                </c:pt>
                <c:pt idx="286">
                  <c:v>71.8</c:v>
                </c:pt>
                <c:pt idx="287">
                  <c:v>59.9</c:v>
                </c:pt>
                <c:pt idx="288">
                  <c:v>66.9</c:v>
                </c:pt>
                <c:pt idx="289">
                  <c:v>56.9</c:v>
                </c:pt>
                <c:pt idx="290">
                  <c:v>56.1</c:v>
                </c:pt>
                <c:pt idx="291">
                  <c:v>62.7</c:v>
                </c:pt>
                <c:pt idx="292">
                  <c:v>68.1</c:v>
                </c:pt>
                <c:pt idx="293">
                  <c:v>70.9</c:v>
                </c:pt>
                <c:pt idx="294">
                  <c:v>66.0</c:v>
                </c:pt>
                <c:pt idx="295">
                  <c:v>55.9</c:v>
                </c:pt>
                <c:pt idx="296">
                  <c:v>52.6</c:v>
                </c:pt>
                <c:pt idx="297">
                  <c:v>50.6</c:v>
                </c:pt>
                <c:pt idx="298">
                  <c:v>46.5</c:v>
                </c:pt>
                <c:pt idx="299">
                  <c:v>51.7</c:v>
                </c:pt>
                <c:pt idx="300">
                  <c:v>52.1</c:v>
                </c:pt>
                <c:pt idx="301">
                  <c:v>57.2</c:v>
                </c:pt>
                <c:pt idx="302">
                  <c:v>67.4</c:v>
                </c:pt>
                <c:pt idx="303">
                  <c:v>65.8</c:v>
                </c:pt>
                <c:pt idx="304">
                  <c:v>76.8</c:v>
                </c:pt>
                <c:pt idx="305">
                  <c:v>71.9</c:v>
                </c:pt>
                <c:pt idx="306">
                  <c:v>74.2</c:v>
                </c:pt>
                <c:pt idx="307">
                  <c:v>74.2</c:v>
                </c:pt>
                <c:pt idx="308">
                  <c:v>73.8</c:v>
                </c:pt>
                <c:pt idx="309">
                  <c:v>74.2</c:v>
                </c:pt>
                <c:pt idx="310">
                  <c:v>82.0</c:v>
                </c:pt>
                <c:pt idx="311">
                  <c:v>89.8</c:v>
                </c:pt>
                <c:pt idx="312">
                  <c:v>99.6</c:v>
                </c:pt>
                <c:pt idx="313">
                  <c:v>88.2</c:v>
                </c:pt>
                <c:pt idx="314">
                  <c:v>98.7</c:v>
                </c:pt>
                <c:pt idx="315">
                  <c:v>108.0</c:v>
                </c:pt>
                <c:pt idx="316">
                  <c:v>126.4</c:v>
                </c:pt>
                <c:pt idx="317">
                  <c:v>120.2</c:v>
                </c:pt>
                <c:pt idx="318">
                  <c:v>129.4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160</c:v>
                </c:pt>
              </c:strCache>
            </c:strRef>
          </c:tx>
          <c:spPr>
            <a:ln w="15875">
              <a:solidFill>
                <a:srgbClr val="44546A"/>
              </a:solidFill>
              <a:prstDash val="dash"/>
            </a:ln>
          </c:spPr>
          <c:marker>
            <c:symbol val="none"/>
          </c:marker>
          <c:cat>
            <c:strRef>
              <c:f>Sheet1!$A$2:$A$320</c:f>
              <c:strCache>
                <c:ptCount val="319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  <c:pt idx="12">
                  <c:v>2001</c:v>
                </c:pt>
                <c:pt idx="13">
                  <c:v>2001</c:v>
                </c:pt>
                <c:pt idx="14">
                  <c:v>2001</c:v>
                </c:pt>
                <c:pt idx="15">
                  <c:v>2001</c:v>
                </c:pt>
                <c:pt idx="16">
                  <c:v>2001</c:v>
                </c:pt>
                <c:pt idx="17">
                  <c:v>2001</c:v>
                </c:pt>
                <c:pt idx="18">
                  <c:v>2001</c:v>
                </c:pt>
                <c:pt idx="19">
                  <c:v>2001</c:v>
                </c:pt>
                <c:pt idx="20">
                  <c:v>2001</c:v>
                </c:pt>
                <c:pt idx="21">
                  <c:v>2001</c:v>
                </c:pt>
                <c:pt idx="22">
                  <c:v>2001</c:v>
                </c:pt>
                <c:pt idx="23">
                  <c:v>2001</c:v>
                </c:pt>
                <c:pt idx="24">
                  <c:v>2002</c:v>
                </c:pt>
                <c:pt idx="25">
                  <c:v>2002</c:v>
                </c:pt>
                <c:pt idx="26">
                  <c:v>2002</c:v>
                </c:pt>
                <c:pt idx="27">
                  <c:v>2002</c:v>
                </c:pt>
                <c:pt idx="28">
                  <c:v>2002</c:v>
                </c:pt>
                <c:pt idx="29">
                  <c:v>2002</c:v>
                </c:pt>
                <c:pt idx="30">
                  <c:v>2002</c:v>
                </c:pt>
                <c:pt idx="31">
                  <c:v>2002</c:v>
                </c:pt>
                <c:pt idx="32">
                  <c:v>2002</c:v>
                </c:pt>
                <c:pt idx="33">
                  <c:v>2002</c:v>
                </c:pt>
                <c:pt idx="34">
                  <c:v>2002</c:v>
                </c:pt>
                <c:pt idx="35">
                  <c:v>2002</c:v>
                </c:pt>
                <c:pt idx="36">
                  <c:v>2003</c:v>
                </c:pt>
                <c:pt idx="37">
                  <c:v>2003</c:v>
                </c:pt>
                <c:pt idx="38">
                  <c:v>2003</c:v>
                </c:pt>
                <c:pt idx="39">
                  <c:v>2003</c:v>
                </c:pt>
                <c:pt idx="40">
                  <c:v>2003</c:v>
                </c:pt>
                <c:pt idx="41">
                  <c:v>2003</c:v>
                </c:pt>
                <c:pt idx="42">
                  <c:v>2003</c:v>
                </c:pt>
                <c:pt idx="43">
                  <c:v>2003</c:v>
                </c:pt>
                <c:pt idx="44">
                  <c:v>2003</c:v>
                </c:pt>
                <c:pt idx="45">
                  <c:v>2003</c:v>
                </c:pt>
                <c:pt idx="46">
                  <c:v>2003</c:v>
                </c:pt>
                <c:pt idx="47">
                  <c:v>2003</c:v>
                </c:pt>
                <c:pt idx="48">
                  <c:v>2004</c:v>
                </c:pt>
                <c:pt idx="49">
                  <c:v>2004</c:v>
                </c:pt>
                <c:pt idx="50">
                  <c:v>2004</c:v>
                </c:pt>
                <c:pt idx="51">
                  <c:v>2004</c:v>
                </c:pt>
                <c:pt idx="52">
                  <c:v>2004</c:v>
                </c:pt>
                <c:pt idx="53">
                  <c:v>2004</c:v>
                </c:pt>
                <c:pt idx="54">
                  <c:v>2004</c:v>
                </c:pt>
                <c:pt idx="55">
                  <c:v>2004</c:v>
                </c:pt>
                <c:pt idx="56">
                  <c:v>2004</c:v>
                </c:pt>
                <c:pt idx="57">
                  <c:v>2004</c:v>
                </c:pt>
                <c:pt idx="58">
                  <c:v>2004</c:v>
                </c:pt>
                <c:pt idx="59">
                  <c:v>2004</c:v>
                </c:pt>
                <c:pt idx="60">
                  <c:v>2005</c:v>
                </c:pt>
                <c:pt idx="61">
                  <c:v>2005</c:v>
                </c:pt>
                <c:pt idx="62">
                  <c:v>2005</c:v>
                </c:pt>
                <c:pt idx="63">
                  <c:v>2005</c:v>
                </c:pt>
                <c:pt idx="64">
                  <c:v>2005</c:v>
                </c:pt>
                <c:pt idx="65">
                  <c:v>2005</c:v>
                </c:pt>
                <c:pt idx="66">
                  <c:v>2005</c:v>
                </c:pt>
                <c:pt idx="67">
                  <c:v>2005</c:v>
                </c:pt>
                <c:pt idx="68">
                  <c:v>2005</c:v>
                </c:pt>
                <c:pt idx="69">
                  <c:v>2005</c:v>
                </c:pt>
                <c:pt idx="70">
                  <c:v>2005</c:v>
                </c:pt>
                <c:pt idx="71">
                  <c:v>2005</c:v>
                </c:pt>
                <c:pt idx="72">
                  <c:v>2006</c:v>
                </c:pt>
                <c:pt idx="73">
                  <c:v>2006</c:v>
                </c:pt>
                <c:pt idx="74">
                  <c:v>2006</c:v>
                </c:pt>
                <c:pt idx="75">
                  <c:v>2006</c:v>
                </c:pt>
                <c:pt idx="76">
                  <c:v>2006</c:v>
                </c:pt>
                <c:pt idx="77">
                  <c:v>2006</c:v>
                </c:pt>
                <c:pt idx="78">
                  <c:v>2006</c:v>
                </c:pt>
                <c:pt idx="79">
                  <c:v>2006</c:v>
                </c:pt>
                <c:pt idx="80">
                  <c:v>2006</c:v>
                </c:pt>
                <c:pt idx="81">
                  <c:v>2006</c:v>
                </c:pt>
                <c:pt idx="82">
                  <c:v>2006</c:v>
                </c:pt>
                <c:pt idx="83">
                  <c:v>2006</c:v>
                </c:pt>
                <c:pt idx="84">
                  <c:v>2007</c:v>
                </c:pt>
                <c:pt idx="85">
                  <c:v>2007</c:v>
                </c:pt>
                <c:pt idx="86">
                  <c:v>2007</c:v>
                </c:pt>
                <c:pt idx="87">
                  <c:v>2007</c:v>
                </c:pt>
                <c:pt idx="88">
                  <c:v>2007</c:v>
                </c:pt>
                <c:pt idx="89">
                  <c:v>2007</c:v>
                </c:pt>
                <c:pt idx="90">
                  <c:v>2007</c:v>
                </c:pt>
                <c:pt idx="91">
                  <c:v>2007</c:v>
                </c:pt>
                <c:pt idx="92">
                  <c:v>2007</c:v>
                </c:pt>
                <c:pt idx="93">
                  <c:v>2007</c:v>
                </c:pt>
                <c:pt idx="94">
                  <c:v>2007</c:v>
                </c:pt>
                <c:pt idx="95">
                  <c:v>2007</c:v>
                </c:pt>
                <c:pt idx="96">
                  <c:v>2008</c:v>
                </c:pt>
                <c:pt idx="97">
                  <c:v>2008</c:v>
                </c:pt>
                <c:pt idx="98">
                  <c:v>2008</c:v>
                </c:pt>
                <c:pt idx="99">
                  <c:v>2008</c:v>
                </c:pt>
                <c:pt idx="100">
                  <c:v>2008</c:v>
                </c:pt>
                <c:pt idx="101">
                  <c:v>2008</c:v>
                </c:pt>
                <c:pt idx="102">
                  <c:v>2008</c:v>
                </c:pt>
                <c:pt idx="103">
                  <c:v>2008</c:v>
                </c:pt>
                <c:pt idx="104">
                  <c:v>2008</c:v>
                </c:pt>
                <c:pt idx="105">
                  <c:v>2008</c:v>
                </c:pt>
                <c:pt idx="106">
                  <c:v>2008</c:v>
                </c:pt>
                <c:pt idx="107">
                  <c:v>2008</c:v>
                </c:pt>
                <c:pt idx="108">
                  <c:v>2009</c:v>
                </c:pt>
                <c:pt idx="109">
                  <c:v>2009</c:v>
                </c:pt>
                <c:pt idx="110">
                  <c:v>2009</c:v>
                </c:pt>
                <c:pt idx="111">
                  <c:v>2009</c:v>
                </c:pt>
                <c:pt idx="112">
                  <c:v>2009</c:v>
                </c:pt>
                <c:pt idx="113">
                  <c:v>2009</c:v>
                </c:pt>
                <c:pt idx="114">
                  <c:v>2009</c:v>
                </c:pt>
                <c:pt idx="115">
                  <c:v>2009</c:v>
                </c:pt>
                <c:pt idx="116">
                  <c:v>2009</c:v>
                </c:pt>
                <c:pt idx="117">
                  <c:v>2009</c:v>
                </c:pt>
                <c:pt idx="118">
                  <c:v>2009</c:v>
                </c:pt>
                <c:pt idx="119">
                  <c:v>2009</c:v>
                </c:pt>
                <c:pt idx="120">
                  <c:v>2010</c:v>
                </c:pt>
                <c:pt idx="121">
                  <c:v>2010</c:v>
                </c:pt>
                <c:pt idx="122">
                  <c:v>2010</c:v>
                </c:pt>
                <c:pt idx="123">
                  <c:v>2010</c:v>
                </c:pt>
                <c:pt idx="124">
                  <c:v>2010</c:v>
                </c:pt>
                <c:pt idx="125">
                  <c:v>2010</c:v>
                </c:pt>
                <c:pt idx="126">
                  <c:v>2010</c:v>
                </c:pt>
                <c:pt idx="127">
                  <c:v>2010</c:v>
                </c:pt>
                <c:pt idx="128">
                  <c:v>2010</c:v>
                </c:pt>
                <c:pt idx="129">
                  <c:v>2010</c:v>
                </c:pt>
                <c:pt idx="130">
                  <c:v>2010</c:v>
                </c:pt>
                <c:pt idx="131">
                  <c:v>2010</c:v>
                </c:pt>
                <c:pt idx="132">
                  <c:v>2011</c:v>
                </c:pt>
                <c:pt idx="133">
                  <c:v>2011</c:v>
                </c:pt>
                <c:pt idx="134">
                  <c:v>2011</c:v>
                </c:pt>
                <c:pt idx="135">
                  <c:v>2011</c:v>
                </c:pt>
                <c:pt idx="136">
                  <c:v>2011</c:v>
                </c:pt>
                <c:pt idx="137">
                  <c:v>2011</c:v>
                </c:pt>
                <c:pt idx="138">
                  <c:v>2011</c:v>
                </c:pt>
                <c:pt idx="139">
                  <c:v>2011</c:v>
                </c:pt>
                <c:pt idx="140">
                  <c:v>2011</c:v>
                </c:pt>
                <c:pt idx="141">
                  <c:v>2011</c:v>
                </c:pt>
                <c:pt idx="142">
                  <c:v>2011</c:v>
                </c:pt>
                <c:pt idx="143">
                  <c:v>2011</c:v>
                </c:pt>
                <c:pt idx="144">
                  <c:v>2012</c:v>
                </c:pt>
                <c:pt idx="145">
                  <c:v>2012</c:v>
                </c:pt>
                <c:pt idx="146">
                  <c:v>2012</c:v>
                </c:pt>
                <c:pt idx="147">
                  <c:v>2012</c:v>
                </c:pt>
                <c:pt idx="148">
                  <c:v>2012</c:v>
                </c:pt>
                <c:pt idx="149">
                  <c:v>2012</c:v>
                </c:pt>
                <c:pt idx="150">
                  <c:v>2012</c:v>
                </c:pt>
                <c:pt idx="151">
                  <c:v>2012</c:v>
                </c:pt>
                <c:pt idx="152">
                  <c:v>2012</c:v>
                </c:pt>
                <c:pt idx="153">
                  <c:v>2012</c:v>
                </c:pt>
                <c:pt idx="154">
                  <c:v>2012</c:v>
                </c:pt>
                <c:pt idx="155">
                  <c:v>2012</c:v>
                </c:pt>
                <c:pt idx="156">
                  <c:v>2013</c:v>
                </c:pt>
                <c:pt idx="157">
                  <c:v>2013</c:v>
                </c:pt>
                <c:pt idx="158">
                  <c:v>2013</c:v>
                </c:pt>
                <c:pt idx="159">
                  <c:v>2013</c:v>
                </c:pt>
                <c:pt idx="160">
                  <c:v>2013</c:v>
                </c:pt>
                <c:pt idx="161">
                  <c:v>2013</c:v>
                </c:pt>
                <c:pt idx="162">
                  <c:v>2013</c:v>
                </c:pt>
                <c:pt idx="163">
                  <c:v>2013</c:v>
                </c:pt>
                <c:pt idx="164">
                  <c:v>2013</c:v>
                </c:pt>
                <c:pt idx="165">
                  <c:v>2013</c:v>
                </c:pt>
                <c:pt idx="166">
                  <c:v>2013</c:v>
                </c:pt>
                <c:pt idx="167">
                  <c:v>2013</c:v>
                </c:pt>
                <c:pt idx="168">
                  <c:v>2014</c:v>
                </c:pt>
                <c:pt idx="169">
                  <c:v>2014</c:v>
                </c:pt>
                <c:pt idx="170">
                  <c:v>2014</c:v>
                </c:pt>
                <c:pt idx="171">
                  <c:v>2014</c:v>
                </c:pt>
                <c:pt idx="172">
                  <c:v>2014</c:v>
                </c:pt>
                <c:pt idx="173">
                  <c:v>2014</c:v>
                </c:pt>
                <c:pt idx="174">
                  <c:v>2014</c:v>
                </c:pt>
                <c:pt idx="175">
                  <c:v>2014</c:v>
                </c:pt>
                <c:pt idx="176">
                  <c:v>2014</c:v>
                </c:pt>
                <c:pt idx="177">
                  <c:v>2014</c:v>
                </c:pt>
                <c:pt idx="178">
                  <c:v>2014</c:v>
                </c:pt>
                <c:pt idx="179">
                  <c:v>2014</c:v>
                </c:pt>
                <c:pt idx="180">
                  <c:v>2015</c:v>
                </c:pt>
                <c:pt idx="181">
                  <c:v>2015</c:v>
                </c:pt>
                <c:pt idx="182">
                  <c:v>2015</c:v>
                </c:pt>
                <c:pt idx="183">
                  <c:v>2015</c:v>
                </c:pt>
                <c:pt idx="184">
                  <c:v>2015</c:v>
                </c:pt>
                <c:pt idx="185">
                  <c:v>2015</c:v>
                </c:pt>
                <c:pt idx="186">
                  <c:v>2015</c:v>
                </c:pt>
                <c:pt idx="187">
                  <c:v>2015</c:v>
                </c:pt>
                <c:pt idx="188">
                  <c:v>2015</c:v>
                </c:pt>
                <c:pt idx="189">
                  <c:v>2015</c:v>
                </c:pt>
                <c:pt idx="190">
                  <c:v>2015</c:v>
                </c:pt>
                <c:pt idx="191">
                  <c:v>2015</c:v>
                </c:pt>
                <c:pt idx="192">
                  <c:v>2016</c:v>
                </c:pt>
                <c:pt idx="193">
                  <c:v>2016</c:v>
                </c:pt>
                <c:pt idx="194">
                  <c:v>2016</c:v>
                </c:pt>
                <c:pt idx="195">
                  <c:v>2016</c:v>
                </c:pt>
                <c:pt idx="196">
                  <c:v>2016</c:v>
                </c:pt>
                <c:pt idx="197">
                  <c:v>2016</c:v>
                </c:pt>
                <c:pt idx="198">
                  <c:v>2016</c:v>
                </c:pt>
                <c:pt idx="199">
                  <c:v>2016</c:v>
                </c:pt>
                <c:pt idx="200">
                  <c:v>2016</c:v>
                </c:pt>
                <c:pt idx="201">
                  <c:v>2016</c:v>
                </c:pt>
                <c:pt idx="202">
                  <c:v>2016</c:v>
                </c:pt>
                <c:pt idx="203">
                  <c:v>2016</c:v>
                </c:pt>
                <c:pt idx="204">
                  <c:v>2017</c:v>
                </c:pt>
                <c:pt idx="205">
                  <c:v>2017</c:v>
                </c:pt>
                <c:pt idx="206">
                  <c:v>2017</c:v>
                </c:pt>
                <c:pt idx="207">
                  <c:v>2017</c:v>
                </c:pt>
                <c:pt idx="208">
                  <c:v>2017</c:v>
                </c:pt>
                <c:pt idx="209">
                  <c:v>2017</c:v>
                </c:pt>
                <c:pt idx="210">
                  <c:v>2017</c:v>
                </c:pt>
                <c:pt idx="211">
                  <c:v>2017</c:v>
                </c:pt>
                <c:pt idx="212">
                  <c:v>2017</c:v>
                </c:pt>
                <c:pt idx="213">
                  <c:v>2017</c:v>
                </c:pt>
                <c:pt idx="214">
                  <c:v>2017</c:v>
                </c:pt>
                <c:pt idx="215">
                  <c:v>2017</c:v>
                </c:pt>
                <c:pt idx="216">
                  <c:v>2018</c:v>
                </c:pt>
                <c:pt idx="217">
                  <c:v>2018</c:v>
                </c:pt>
                <c:pt idx="218">
                  <c:v>2018</c:v>
                </c:pt>
                <c:pt idx="219">
                  <c:v>2018</c:v>
                </c:pt>
                <c:pt idx="220">
                  <c:v>2018</c:v>
                </c:pt>
                <c:pt idx="221">
                  <c:v>2018</c:v>
                </c:pt>
                <c:pt idx="222">
                  <c:v>2018</c:v>
                </c:pt>
                <c:pt idx="223">
                  <c:v>2018</c:v>
                </c:pt>
                <c:pt idx="224">
                  <c:v>2018</c:v>
                </c:pt>
                <c:pt idx="225">
                  <c:v>2018</c:v>
                </c:pt>
                <c:pt idx="226">
                  <c:v>2018</c:v>
                </c:pt>
                <c:pt idx="227">
                  <c:v>2018</c:v>
                </c:pt>
                <c:pt idx="228">
                  <c:v>2019</c:v>
                </c:pt>
                <c:pt idx="229">
                  <c:v>2019</c:v>
                </c:pt>
                <c:pt idx="230">
                  <c:v>2019</c:v>
                </c:pt>
                <c:pt idx="231">
                  <c:v>2019</c:v>
                </c:pt>
                <c:pt idx="232">
                  <c:v>2019</c:v>
                </c:pt>
                <c:pt idx="233">
                  <c:v>2019</c:v>
                </c:pt>
                <c:pt idx="234">
                  <c:v>2019</c:v>
                </c:pt>
                <c:pt idx="235">
                  <c:v>2019</c:v>
                </c:pt>
                <c:pt idx="236">
                  <c:v>2019</c:v>
                </c:pt>
                <c:pt idx="237">
                  <c:v>2019</c:v>
                </c:pt>
                <c:pt idx="238">
                  <c:v>2019</c:v>
                </c:pt>
                <c:pt idx="239">
                  <c:v>2019</c:v>
                </c:pt>
                <c:pt idx="240">
                  <c:v>2020</c:v>
                </c:pt>
                <c:pt idx="241">
                  <c:v>2020</c:v>
                </c:pt>
                <c:pt idx="242">
                  <c:v>2020</c:v>
                </c:pt>
                <c:pt idx="243">
                  <c:v>2020</c:v>
                </c:pt>
                <c:pt idx="244">
                  <c:v>2020</c:v>
                </c:pt>
                <c:pt idx="245">
                  <c:v>2020</c:v>
                </c:pt>
                <c:pt idx="246">
                  <c:v>2020</c:v>
                </c:pt>
                <c:pt idx="247">
                  <c:v>2020</c:v>
                </c:pt>
                <c:pt idx="248">
                  <c:v>2020</c:v>
                </c:pt>
                <c:pt idx="249">
                  <c:v>2020</c:v>
                </c:pt>
                <c:pt idx="250">
                  <c:v>2020</c:v>
                </c:pt>
                <c:pt idx="251">
                  <c:v>2020</c:v>
                </c:pt>
                <c:pt idx="252">
                  <c:v>2021</c:v>
                </c:pt>
                <c:pt idx="253">
                  <c:v>2021</c:v>
                </c:pt>
                <c:pt idx="254">
                  <c:v>2021</c:v>
                </c:pt>
                <c:pt idx="255">
                  <c:v>2021</c:v>
                </c:pt>
                <c:pt idx="256">
                  <c:v>2021</c:v>
                </c:pt>
                <c:pt idx="257">
                  <c:v>2021</c:v>
                </c:pt>
                <c:pt idx="258">
                  <c:v>2021</c:v>
                </c:pt>
                <c:pt idx="259">
                  <c:v>2021</c:v>
                </c:pt>
                <c:pt idx="260">
                  <c:v>2021</c:v>
                </c:pt>
                <c:pt idx="261">
                  <c:v>2021</c:v>
                </c:pt>
                <c:pt idx="262">
                  <c:v>2021</c:v>
                </c:pt>
                <c:pt idx="263">
                  <c:v>2021</c:v>
                </c:pt>
                <c:pt idx="264">
                  <c:v>2022</c:v>
                </c:pt>
                <c:pt idx="265">
                  <c:v>2022</c:v>
                </c:pt>
                <c:pt idx="266">
                  <c:v>2022</c:v>
                </c:pt>
                <c:pt idx="267">
                  <c:v>2022</c:v>
                </c:pt>
                <c:pt idx="268">
                  <c:v>2022</c:v>
                </c:pt>
                <c:pt idx="269">
                  <c:v>2022</c:v>
                </c:pt>
                <c:pt idx="270">
                  <c:v>2022</c:v>
                </c:pt>
                <c:pt idx="271">
                  <c:v>2022</c:v>
                </c:pt>
                <c:pt idx="272">
                  <c:v>2022</c:v>
                </c:pt>
                <c:pt idx="273">
                  <c:v>2022</c:v>
                </c:pt>
                <c:pt idx="274">
                  <c:v>2022</c:v>
                </c:pt>
                <c:pt idx="275">
                  <c:v>2022</c:v>
                </c:pt>
                <c:pt idx="276">
                  <c:v>2023</c:v>
                </c:pt>
                <c:pt idx="277">
                  <c:v>2023</c:v>
                </c:pt>
                <c:pt idx="278">
                  <c:v>2023</c:v>
                </c:pt>
                <c:pt idx="279">
                  <c:v>2023</c:v>
                </c:pt>
                <c:pt idx="280">
                  <c:v>2023</c:v>
                </c:pt>
                <c:pt idx="281">
                  <c:v>2023</c:v>
                </c:pt>
                <c:pt idx="282">
                  <c:v>2023</c:v>
                </c:pt>
                <c:pt idx="283">
                  <c:v>2023</c:v>
                </c:pt>
                <c:pt idx="284">
                  <c:v>2023</c:v>
                </c:pt>
                <c:pt idx="285">
                  <c:v>2023</c:v>
                </c:pt>
                <c:pt idx="286">
                  <c:v>2023</c:v>
                </c:pt>
                <c:pt idx="287">
                  <c:v>2023</c:v>
                </c:pt>
                <c:pt idx="288">
                  <c:v>2024</c:v>
                </c:pt>
                <c:pt idx="289">
                  <c:v>2024</c:v>
                </c:pt>
                <c:pt idx="290">
                  <c:v>2024</c:v>
                </c:pt>
                <c:pt idx="291">
                  <c:v>2024</c:v>
                </c:pt>
                <c:pt idx="292">
                  <c:v>2024</c:v>
                </c:pt>
                <c:pt idx="293">
                  <c:v>2024</c:v>
                </c:pt>
                <c:pt idx="294">
                  <c:v>2024</c:v>
                </c:pt>
                <c:pt idx="295">
                  <c:v>2024</c:v>
                </c:pt>
                <c:pt idx="296">
                  <c:v>2024</c:v>
                </c:pt>
                <c:pt idx="297">
                  <c:v>2024</c:v>
                </c:pt>
                <c:pt idx="298">
                  <c:v>2024</c:v>
                </c:pt>
                <c:pt idx="299">
                  <c:v>2024</c:v>
                </c:pt>
                <c:pt idx="300">
                  <c:v>2025</c:v>
                </c:pt>
                <c:pt idx="301">
                  <c:v>2025</c:v>
                </c:pt>
                <c:pt idx="302">
                  <c:v>2025</c:v>
                </c:pt>
                <c:pt idx="303">
                  <c:v>2025</c:v>
                </c:pt>
                <c:pt idx="304">
                  <c:v>2025</c:v>
                </c:pt>
                <c:pt idx="305">
                  <c:v>2025</c:v>
                </c:pt>
                <c:pt idx="306">
                  <c:v>2025</c:v>
                </c:pt>
                <c:pt idx="307">
                  <c:v>2025</c:v>
                </c:pt>
                <c:pt idx="308">
                  <c:v>2025</c:v>
                </c:pt>
                <c:pt idx="309">
                  <c:v>2025</c:v>
                </c:pt>
                <c:pt idx="310">
                  <c:v>2025</c:v>
                </c:pt>
                <c:pt idx="311">
                  <c:v>2025</c:v>
                </c:pt>
                <c:pt idx="312">
                  <c:v>2026</c:v>
                </c:pt>
                <c:pt idx="313">
                  <c:v>2026</c:v>
                </c:pt>
                <c:pt idx="314">
                  <c:v>2026</c:v>
                </c:pt>
                <c:pt idx="315">
                  <c:v>2026</c:v>
                </c:pt>
                <c:pt idx="316">
                  <c:v>2026</c:v>
                </c:pt>
                <c:pt idx="317">
                  <c:v>2026</c:v>
                </c:pt>
                <c:pt idx="318">
                  <c:v>2026</c:v>
                </c:pt>
              </c:strCache>
            </c:strRef>
          </c:cat>
          <c:val>
            <c:numRef>
              <c:f>Sheet1!$C$2:$C$320</c:f>
              <c:numCache>
                <c:formatCode>General</c:formatCode>
                <c:ptCount val="319"/>
                <c:pt idx="0">
                  <c:v>160.0</c:v>
                </c:pt>
                <c:pt idx="1">
                  <c:v>160.0</c:v>
                </c:pt>
                <c:pt idx="2">
                  <c:v>160.0</c:v>
                </c:pt>
                <c:pt idx="3">
                  <c:v>160.0</c:v>
                </c:pt>
                <c:pt idx="4">
                  <c:v>160.0</c:v>
                </c:pt>
                <c:pt idx="5">
                  <c:v>160.0</c:v>
                </c:pt>
                <c:pt idx="6">
                  <c:v>160.0</c:v>
                </c:pt>
                <c:pt idx="7">
                  <c:v>160.0</c:v>
                </c:pt>
                <c:pt idx="8">
                  <c:v>160.0</c:v>
                </c:pt>
                <c:pt idx="9">
                  <c:v>160.0</c:v>
                </c:pt>
                <c:pt idx="10">
                  <c:v>160.0</c:v>
                </c:pt>
                <c:pt idx="11">
                  <c:v>160.0</c:v>
                </c:pt>
                <c:pt idx="12">
                  <c:v>160.0</c:v>
                </c:pt>
                <c:pt idx="13">
                  <c:v>160.0</c:v>
                </c:pt>
                <c:pt idx="14">
                  <c:v>160.0</c:v>
                </c:pt>
                <c:pt idx="15">
                  <c:v>160.0</c:v>
                </c:pt>
                <c:pt idx="16">
                  <c:v>160.0</c:v>
                </c:pt>
                <c:pt idx="17">
                  <c:v>160.0</c:v>
                </c:pt>
                <c:pt idx="18">
                  <c:v>160.0</c:v>
                </c:pt>
                <c:pt idx="19">
                  <c:v>160.0</c:v>
                </c:pt>
                <c:pt idx="20">
                  <c:v>160.0</c:v>
                </c:pt>
                <c:pt idx="21">
                  <c:v>160.0</c:v>
                </c:pt>
                <c:pt idx="22">
                  <c:v>160.0</c:v>
                </c:pt>
                <c:pt idx="23">
                  <c:v>160.0</c:v>
                </c:pt>
                <c:pt idx="24">
                  <c:v>160.0</c:v>
                </c:pt>
                <c:pt idx="25">
                  <c:v>160.0</c:v>
                </c:pt>
                <c:pt idx="26">
                  <c:v>160.0</c:v>
                </c:pt>
                <c:pt idx="27">
                  <c:v>160.0</c:v>
                </c:pt>
                <c:pt idx="28">
                  <c:v>160.0</c:v>
                </c:pt>
                <c:pt idx="29">
                  <c:v>160.0</c:v>
                </c:pt>
                <c:pt idx="30">
                  <c:v>160.0</c:v>
                </c:pt>
                <c:pt idx="31">
                  <c:v>160.0</c:v>
                </c:pt>
                <c:pt idx="32">
                  <c:v>160.0</c:v>
                </c:pt>
                <c:pt idx="33">
                  <c:v>160.0</c:v>
                </c:pt>
                <c:pt idx="34">
                  <c:v>160.0</c:v>
                </c:pt>
                <c:pt idx="35">
                  <c:v>160.0</c:v>
                </c:pt>
                <c:pt idx="36">
                  <c:v>160.0</c:v>
                </c:pt>
                <c:pt idx="37">
                  <c:v>160.0</c:v>
                </c:pt>
                <c:pt idx="38">
                  <c:v>160.0</c:v>
                </c:pt>
                <c:pt idx="39">
                  <c:v>160.0</c:v>
                </c:pt>
                <c:pt idx="40">
                  <c:v>160.0</c:v>
                </c:pt>
                <c:pt idx="41">
                  <c:v>160.0</c:v>
                </c:pt>
                <c:pt idx="42">
                  <c:v>160.0</c:v>
                </c:pt>
                <c:pt idx="43">
                  <c:v>160.0</c:v>
                </c:pt>
                <c:pt idx="44">
                  <c:v>160.0</c:v>
                </c:pt>
                <c:pt idx="45">
                  <c:v>160.0</c:v>
                </c:pt>
                <c:pt idx="46">
                  <c:v>160.0</c:v>
                </c:pt>
                <c:pt idx="47">
                  <c:v>160.0</c:v>
                </c:pt>
                <c:pt idx="48">
                  <c:v>160.0</c:v>
                </c:pt>
                <c:pt idx="49">
                  <c:v>160.0</c:v>
                </c:pt>
                <c:pt idx="50">
                  <c:v>160.0</c:v>
                </c:pt>
                <c:pt idx="51">
                  <c:v>160.0</c:v>
                </c:pt>
                <c:pt idx="52">
                  <c:v>160.0</c:v>
                </c:pt>
                <c:pt idx="53">
                  <c:v>160.0</c:v>
                </c:pt>
                <c:pt idx="54">
                  <c:v>160.0</c:v>
                </c:pt>
                <c:pt idx="55">
                  <c:v>160.0</c:v>
                </c:pt>
                <c:pt idx="56">
                  <c:v>160.0</c:v>
                </c:pt>
                <c:pt idx="57">
                  <c:v>160.0</c:v>
                </c:pt>
                <c:pt idx="58">
                  <c:v>160.0</c:v>
                </c:pt>
                <c:pt idx="59">
                  <c:v>160.0</c:v>
                </c:pt>
                <c:pt idx="60">
                  <c:v>160.0</c:v>
                </c:pt>
                <c:pt idx="61">
                  <c:v>160.0</c:v>
                </c:pt>
                <c:pt idx="62">
                  <c:v>160.0</c:v>
                </c:pt>
                <c:pt idx="63">
                  <c:v>160.0</c:v>
                </c:pt>
                <c:pt idx="64">
                  <c:v>160.0</c:v>
                </c:pt>
                <c:pt idx="65">
                  <c:v>160.0</c:v>
                </c:pt>
                <c:pt idx="66">
                  <c:v>160.0</c:v>
                </c:pt>
                <c:pt idx="67">
                  <c:v>160.0</c:v>
                </c:pt>
                <c:pt idx="68">
                  <c:v>160.0</c:v>
                </c:pt>
                <c:pt idx="69">
                  <c:v>160.0</c:v>
                </c:pt>
                <c:pt idx="70">
                  <c:v>160.0</c:v>
                </c:pt>
                <c:pt idx="71">
                  <c:v>160.0</c:v>
                </c:pt>
                <c:pt idx="72">
                  <c:v>160.0</c:v>
                </c:pt>
                <c:pt idx="73">
                  <c:v>160.0</c:v>
                </c:pt>
                <c:pt idx="74">
                  <c:v>160.0</c:v>
                </c:pt>
                <c:pt idx="75">
                  <c:v>160.0</c:v>
                </c:pt>
                <c:pt idx="76">
                  <c:v>160.0</c:v>
                </c:pt>
                <c:pt idx="77">
                  <c:v>160.0</c:v>
                </c:pt>
                <c:pt idx="78">
                  <c:v>160.0</c:v>
                </c:pt>
                <c:pt idx="79">
                  <c:v>160.0</c:v>
                </c:pt>
                <c:pt idx="80">
                  <c:v>160.0</c:v>
                </c:pt>
                <c:pt idx="81">
                  <c:v>160.0</c:v>
                </c:pt>
                <c:pt idx="82">
                  <c:v>160.0</c:v>
                </c:pt>
                <c:pt idx="83">
                  <c:v>160.0</c:v>
                </c:pt>
                <c:pt idx="84">
                  <c:v>160.0</c:v>
                </c:pt>
                <c:pt idx="85">
                  <c:v>160.0</c:v>
                </c:pt>
                <c:pt idx="86">
                  <c:v>160.0</c:v>
                </c:pt>
                <c:pt idx="87">
                  <c:v>160.0</c:v>
                </c:pt>
                <c:pt idx="88">
                  <c:v>160.0</c:v>
                </c:pt>
                <c:pt idx="89">
                  <c:v>160.0</c:v>
                </c:pt>
                <c:pt idx="90">
                  <c:v>160.0</c:v>
                </c:pt>
                <c:pt idx="91">
                  <c:v>160.0</c:v>
                </c:pt>
                <c:pt idx="92">
                  <c:v>160.0</c:v>
                </c:pt>
                <c:pt idx="93">
                  <c:v>160.0</c:v>
                </c:pt>
                <c:pt idx="94">
                  <c:v>160.0</c:v>
                </c:pt>
                <c:pt idx="95">
                  <c:v>160.0</c:v>
                </c:pt>
                <c:pt idx="96">
                  <c:v>160.0</c:v>
                </c:pt>
                <c:pt idx="97">
                  <c:v>160.0</c:v>
                </c:pt>
                <c:pt idx="98">
                  <c:v>160.0</c:v>
                </c:pt>
                <c:pt idx="99">
                  <c:v>160.0</c:v>
                </c:pt>
                <c:pt idx="100">
                  <c:v>160.0</c:v>
                </c:pt>
                <c:pt idx="101">
                  <c:v>160.0</c:v>
                </c:pt>
                <c:pt idx="102">
                  <c:v>160.0</c:v>
                </c:pt>
                <c:pt idx="103">
                  <c:v>160.0</c:v>
                </c:pt>
                <c:pt idx="104">
                  <c:v>160.0</c:v>
                </c:pt>
                <c:pt idx="105">
                  <c:v>160.0</c:v>
                </c:pt>
                <c:pt idx="106">
                  <c:v>160.0</c:v>
                </c:pt>
                <c:pt idx="107">
                  <c:v>160.0</c:v>
                </c:pt>
                <c:pt idx="108">
                  <c:v>160.0</c:v>
                </c:pt>
                <c:pt idx="109">
                  <c:v>160.0</c:v>
                </c:pt>
                <c:pt idx="110">
                  <c:v>160.0</c:v>
                </c:pt>
                <c:pt idx="111">
                  <c:v>160.0</c:v>
                </c:pt>
                <c:pt idx="112">
                  <c:v>160.0</c:v>
                </c:pt>
                <c:pt idx="113">
                  <c:v>160.0</c:v>
                </c:pt>
                <c:pt idx="114">
                  <c:v>160.0</c:v>
                </c:pt>
                <c:pt idx="115">
                  <c:v>160.0</c:v>
                </c:pt>
                <c:pt idx="116">
                  <c:v>160.0</c:v>
                </c:pt>
                <c:pt idx="117">
                  <c:v>160.0</c:v>
                </c:pt>
                <c:pt idx="118">
                  <c:v>160.0</c:v>
                </c:pt>
                <c:pt idx="119">
                  <c:v>160.0</c:v>
                </c:pt>
                <c:pt idx="120">
                  <c:v>160.0</c:v>
                </c:pt>
                <c:pt idx="121">
                  <c:v>160.0</c:v>
                </c:pt>
                <c:pt idx="122">
                  <c:v>160.0</c:v>
                </c:pt>
                <c:pt idx="123">
                  <c:v>160.0</c:v>
                </c:pt>
                <c:pt idx="124">
                  <c:v>160.0</c:v>
                </c:pt>
                <c:pt idx="125">
                  <c:v>160.0</c:v>
                </c:pt>
                <c:pt idx="126">
                  <c:v>160.0</c:v>
                </c:pt>
                <c:pt idx="127">
                  <c:v>160.0</c:v>
                </c:pt>
                <c:pt idx="128">
                  <c:v>160.0</c:v>
                </c:pt>
                <c:pt idx="129">
                  <c:v>160.0</c:v>
                </c:pt>
                <c:pt idx="130">
                  <c:v>160.0</c:v>
                </c:pt>
                <c:pt idx="131">
                  <c:v>160.0</c:v>
                </c:pt>
                <c:pt idx="132">
                  <c:v>160.0</c:v>
                </c:pt>
                <c:pt idx="133">
                  <c:v>160.0</c:v>
                </c:pt>
                <c:pt idx="134">
                  <c:v>160.0</c:v>
                </c:pt>
                <c:pt idx="135">
                  <c:v>160.0</c:v>
                </c:pt>
                <c:pt idx="136">
                  <c:v>160.0</c:v>
                </c:pt>
                <c:pt idx="137">
                  <c:v>160.0</c:v>
                </c:pt>
                <c:pt idx="138">
                  <c:v>160.0</c:v>
                </c:pt>
                <c:pt idx="139">
                  <c:v>160.0</c:v>
                </c:pt>
                <c:pt idx="140">
                  <c:v>160.0</c:v>
                </c:pt>
                <c:pt idx="141">
                  <c:v>160.0</c:v>
                </c:pt>
                <c:pt idx="142">
                  <c:v>160.0</c:v>
                </c:pt>
                <c:pt idx="143">
                  <c:v>160.0</c:v>
                </c:pt>
                <c:pt idx="144">
                  <c:v>160.0</c:v>
                </c:pt>
                <c:pt idx="145">
                  <c:v>160.0</c:v>
                </c:pt>
                <c:pt idx="146">
                  <c:v>160.0</c:v>
                </c:pt>
                <c:pt idx="147">
                  <c:v>160.0</c:v>
                </c:pt>
                <c:pt idx="148">
                  <c:v>160.0</c:v>
                </c:pt>
                <c:pt idx="149">
                  <c:v>160.0</c:v>
                </c:pt>
                <c:pt idx="150">
                  <c:v>160.0</c:v>
                </c:pt>
                <c:pt idx="151">
                  <c:v>160.0</c:v>
                </c:pt>
                <c:pt idx="152">
                  <c:v>160.0</c:v>
                </c:pt>
                <c:pt idx="153">
                  <c:v>160.0</c:v>
                </c:pt>
                <c:pt idx="154">
                  <c:v>160.0</c:v>
                </c:pt>
                <c:pt idx="155">
                  <c:v>160.0</c:v>
                </c:pt>
                <c:pt idx="156">
                  <c:v>160.0</c:v>
                </c:pt>
                <c:pt idx="157">
                  <c:v>160.0</c:v>
                </c:pt>
                <c:pt idx="158">
                  <c:v>160.0</c:v>
                </c:pt>
                <c:pt idx="159">
                  <c:v>160.0</c:v>
                </c:pt>
                <c:pt idx="160">
                  <c:v>160.0</c:v>
                </c:pt>
                <c:pt idx="161">
                  <c:v>160.0</c:v>
                </c:pt>
                <c:pt idx="162">
                  <c:v>160.0</c:v>
                </c:pt>
                <c:pt idx="163">
                  <c:v>160.0</c:v>
                </c:pt>
                <c:pt idx="164">
                  <c:v>160.0</c:v>
                </c:pt>
                <c:pt idx="165">
                  <c:v>160.0</c:v>
                </c:pt>
                <c:pt idx="166">
                  <c:v>160.0</c:v>
                </c:pt>
                <c:pt idx="167">
                  <c:v>160.0</c:v>
                </c:pt>
                <c:pt idx="168">
                  <c:v>160.0</c:v>
                </c:pt>
                <c:pt idx="169">
                  <c:v>160.0</c:v>
                </c:pt>
                <c:pt idx="170">
                  <c:v>160.0</c:v>
                </c:pt>
                <c:pt idx="171">
                  <c:v>160.0</c:v>
                </c:pt>
                <c:pt idx="172">
                  <c:v>160.0</c:v>
                </c:pt>
                <c:pt idx="173">
                  <c:v>160.0</c:v>
                </c:pt>
                <c:pt idx="174">
                  <c:v>160.0</c:v>
                </c:pt>
                <c:pt idx="175">
                  <c:v>160.0</c:v>
                </c:pt>
                <c:pt idx="176">
                  <c:v>160.0</c:v>
                </c:pt>
                <c:pt idx="177">
                  <c:v>160.0</c:v>
                </c:pt>
                <c:pt idx="178">
                  <c:v>160.0</c:v>
                </c:pt>
                <c:pt idx="179">
                  <c:v>160.0</c:v>
                </c:pt>
                <c:pt idx="180">
                  <c:v>160.0</c:v>
                </c:pt>
                <c:pt idx="181">
                  <c:v>160.0</c:v>
                </c:pt>
                <c:pt idx="182">
                  <c:v>160.0</c:v>
                </c:pt>
                <c:pt idx="183">
                  <c:v>160.0</c:v>
                </c:pt>
                <c:pt idx="184">
                  <c:v>160.0</c:v>
                </c:pt>
                <c:pt idx="185">
                  <c:v>160.0</c:v>
                </c:pt>
                <c:pt idx="186">
                  <c:v>160.0</c:v>
                </c:pt>
                <c:pt idx="187">
                  <c:v>160.0</c:v>
                </c:pt>
                <c:pt idx="188">
                  <c:v>160.0</c:v>
                </c:pt>
                <c:pt idx="189">
                  <c:v>160.0</c:v>
                </c:pt>
                <c:pt idx="190">
                  <c:v>160.0</c:v>
                </c:pt>
                <c:pt idx="191">
                  <c:v>160.0</c:v>
                </c:pt>
                <c:pt idx="192">
                  <c:v>160.0</c:v>
                </c:pt>
                <c:pt idx="193">
                  <c:v>160.0</c:v>
                </c:pt>
                <c:pt idx="194">
                  <c:v>160.0</c:v>
                </c:pt>
                <c:pt idx="195">
                  <c:v>160.0</c:v>
                </c:pt>
                <c:pt idx="196">
                  <c:v>160.0</c:v>
                </c:pt>
                <c:pt idx="197">
                  <c:v>160.0</c:v>
                </c:pt>
                <c:pt idx="198">
                  <c:v>160.0</c:v>
                </c:pt>
                <c:pt idx="199">
                  <c:v>160.0</c:v>
                </c:pt>
                <c:pt idx="200">
                  <c:v>160.0</c:v>
                </c:pt>
                <c:pt idx="201">
                  <c:v>160.0</c:v>
                </c:pt>
                <c:pt idx="202">
                  <c:v>160.0</c:v>
                </c:pt>
                <c:pt idx="203">
                  <c:v>160.0</c:v>
                </c:pt>
                <c:pt idx="204">
                  <c:v>160.0</c:v>
                </c:pt>
                <c:pt idx="205">
                  <c:v>160.0</c:v>
                </c:pt>
                <c:pt idx="206">
                  <c:v>160.0</c:v>
                </c:pt>
                <c:pt idx="207">
                  <c:v>160.0</c:v>
                </c:pt>
                <c:pt idx="208">
                  <c:v>160.0</c:v>
                </c:pt>
                <c:pt idx="209">
                  <c:v>160.0</c:v>
                </c:pt>
                <c:pt idx="210">
                  <c:v>160.0</c:v>
                </c:pt>
                <c:pt idx="211">
                  <c:v>160.0</c:v>
                </c:pt>
                <c:pt idx="212">
                  <c:v>160.0</c:v>
                </c:pt>
                <c:pt idx="213">
                  <c:v>160.0</c:v>
                </c:pt>
                <c:pt idx="214">
                  <c:v>160.0</c:v>
                </c:pt>
                <c:pt idx="215">
                  <c:v>160.0</c:v>
                </c:pt>
                <c:pt idx="216">
                  <c:v>160.0</c:v>
                </c:pt>
                <c:pt idx="217">
                  <c:v>160.0</c:v>
                </c:pt>
                <c:pt idx="218">
                  <c:v>160.0</c:v>
                </c:pt>
                <c:pt idx="219">
                  <c:v>160.0</c:v>
                </c:pt>
                <c:pt idx="220">
                  <c:v>160.0</c:v>
                </c:pt>
                <c:pt idx="221">
                  <c:v>160.0</c:v>
                </c:pt>
                <c:pt idx="222">
                  <c:v>160.0</c:v>
                </c:pt>
                <c:pt idx="223">
                  <c:v>160.0</c:v>
                </c:pt>
                <c:pt idx="224">
                  <c:v>160.0</c:v>
                </c:pt>
                <c:pt idx="225">
                  <c:v>160.0</c:v>
                </c:pt>
                <c:pt idx="226">
                  <c:v>160.0</c:v>
                </c:pt>
                <c:pt idx="227">
                  <c:v>160.0</c:v>
                </c:pt>
                <c:pt idx="228">
                  <c:v>160.0</c:v>
                </c:pt>
                <c:pt idx="229">
                  <c:v>160.0</c:v>
                </c:pt>
                <c:pt idx="230">
                  <c:v>160.0</c:v>
                </c:pt>
                <c:pt idx="231">
                  <c:v>160.0</c:v>
                </c:pt>
                <c:pt idx="232">
                  <c:v>160.0</c:v>
                </c:pt>
                <c:pt idx="233">
                  <c:v>160.0</c:v>
                </c:pt>
                <c:pt idx="234">
                  <c:v>160.0</c:v>
                </c:pt>
                <c:pt idx="235">
                  <c:v>160.0</c:v>
                </c:pt>
                <c:pt idx="236">
                  <c:v>160.0</c:v>
                </c:pt>
                <c:pt idx="237">
                  <c:v>160.0</c:v>
                </c:pt>
                <c:pt idx="238">
                  <c:v>160.0</c:v>
                </c:pt>
                <c:pt idx="239">
                  <c:v>160.0</c:v>
                </c:pt>
                <c:pt idx="240">
                  <c:v>160.0</c:v>
                </c:pt>
                <c:pt idx="241">
                  <c:v>160.0</c:v>
                </c:pt>
                <c:pt idx="242">
                  <c:v>160.0</c:v>
                </c:pt>
                <c:pt idx="243">
                  <c:v>160.0</c:v>
                </c:pt>
                <c:pt idx="244">
                  <c:v>160.0</c:v>
                </c:pt>
                <c:pt idx="245">
                  <c:v>160.0</c:v>
                </c:pt>
                <c:pt idx="246">
                  <c:v>160.0</c:v>
                </c:pt>
                <c:pt idx="247">
                  <c:v>160.0</c:v>
                </c:pt>
                <c:pt idx="248">
                  <c:v>160.0</c:v>
                </c:pt>
                <c:pt idx="249">
                  <c:v>160.0</c:v>
                </c:pt>
                <c:pt idx="250">
                  <c:v>160.0</c:v>
                </c:pt>
                <c:pt idx="251">
                  <c:v>160.0</c:v>
                </c:pt>
                <c:pt idx="252">
                  <c:v>160.0</c:v>
                </c:pt>
                <c:pt idx="253">
                  <c:v>160.0</c:v>
                </c:pt>
                <c:pt idx="254">
                  <c:v>160.0</c:v>
                </c:pt>
                <c:pt idx="255">
                  <c:v>160.0</c:v>
                </c:pt>
                <c:pt idx="256">
                  <c:v>160.0</c:v>
                </c:pt>
                <c:pt idx="257">
                  <c:v>160.0</c:v>
                </c:pt>
                <c:pt idx="258">
                  <c:v>160.0</c:v>
                </c:pt>
                <c:pt idx="259">
                  <c:v>160.0</c:v>
                </c:pt>
                <c:pt idx="260">
                  <c:v>160.0</c:v>
                </c:pt>
                <c:pt idx="261">
                  <c:v>160.0</c:v>
                </c:pt>
                <c:pt idx="262">
                  <c:v>160.0</c:v>
                </c:pt>
                <c:pt idx="263">
                  <c:v>160.0</c:v>
                </c:pt>
                <c:pt idx="264">
                  <c:v>160.0</c:v>
                </c:pt>
                <c:pt idx="265">
                  <c:v>160.0</c:v>
                </c:pt>
                <c:pt idx="266">
                  <c:v>160.0</c:v>
                </c:pt>
                <c:pt idx="267">
                  <c:v>160.0</c:v>
                </c:pt>
                <c:pt idx="268">
                  <c:v>160.0</c:v>
                </c:pt>
                <c:pt idx="269">
                  <c:v>160.0</c:v>
                </c:pt>
                <c:pt idx="270">
                  <c:v>160.0</c:v>
                </c:pt>
                <c:pt idx="271">
                  <c:v>160.0</c:v>
                </c:pt>
                <c:pt idx="272">
                  <c:v>160.0</c:v>
                </c:pt>
                <c:pt idx="273">
                  <c:v>160.0</c:v>
                </c:pt>
                <c:pt idx="274">
                  <c:v>160.0</c:v>
                </c:pt>
                <c:pt idx="275">
                  <c:v>160.0</c:v>
                </c:pt>
                <c:pt idx="276">
                  <c:v>160.0</c:v>
                </c:pt>
                <c:pt idx="277">
                  <c:v>160.0</c:v>
                </c:pt>
                <c:pt idx="278">
                  <c:v>160.0</c:v>
                </c:pt>
                <c:pt idx="279">
                  <c:v>160.0</c:v>
                </c:pt>
                <c:pt idx="280">
                  <c:v>160.0</c:v>
                </c:pt>
                <c:pt idx="281">
                  <c:v>160.0</c:v>
                </c:pt>
                <c:pt idx="282">
                  <c:v>160.0</c:v>
                </c:pt>
                <c:pt idx="283">
                  <c:v>160.0</c:v>
                </c:pt>
                <c:pt idx="284">
                  <c:v>160.0</c:v>
                </c:pt>
                <c:pt idx="285">
                  <c:v>160.0</c:v>
                </c:pt>
                <c:pt idx="286">
                  <c:v>160.0</c:v>
                </c:pt>
                <c:pt idx="287">
                  <c:v>160.0</c:v>
                </c:pt>
                <c:pt idx="288">
                  <c:v>160.0</c:v>
                </c:pt>
                <c:pt idx="289">
                  <c:v>160.0</c:v>
                </c:pt>
                <c:pt idx="290">
                  <c:v>160.0</c:v>
                </c:pt>
                <c:pt idx="291">
                  <c:v>160.0</c:v>
                </c:pt>
                <c:pt idx="292">
                  <c:v>160.0</c:v>
                </c:pt>
                <c:pt idx="293">
                  <c:v>160.0</c:v>
                </c:pt>
                <c:pt idx="294">
                  <c:v>160.0</c:v>
                </c:pt>
                <c:pt idx="295">
                  <c:v>160.0</c:v>
                </c:pt>
                <c:pt idx="296">
                  <c:v>160.0</c:v>
                </c:pt>
                <c:pt idx="297">
                  <c:v>160.0</c:v>
                </c:pt>
                <c:pt idx="298">
                  <c:v>160.0</c:v>
                </c:pt>
                <c:pt idx="299">
                  <c:v>160.0</c:v>
                </c:pt>
                <c:pt idx="300">
                  <c:v>160.0</c:v>
                </c:pt>
                <c:pt idx="301">
                  <c:v>160.0</c:v>
                </c:pt>
                <c:pt idx="302">
                  <c:v>160.0</c:v>
                </c:pt>
                <c:pt idx="303">
                  <c:v>160.0</c:v>
                </c:pt>
                <c:pt idx="304">
                  <c:v>160.0</c:v>
                </c:pt>
                <c:pt idx="305">
                  <c:v>160.0</c:v>
                </c:pt>
                <c:pt idx="306">
                  <c:v>160.0</c:v>
                </c:pt>
                <c:pt idx="307">
                  <c:v>160.0</c:v>
                </c:pt>
                <c:pt idx="308">
                  <c:v>160.0</c:v>
                </c:pt>
                <c:pt idx="309">
                  <c:v>160.0</c:v>
                </c:pt>
                <c:pt idx="310">
                  <c:v>160.0</c:v>
                </c:pt>
                <c:pt idx="311">
                  <c:v>160.0</c:v>
                </c:pt>
                <c:pt idx="312">
                  <c:v>160.0</c:v>
                </c:pt>
                <c:pt idx="313">
                  <c:v>160.0</c:v>
                </c:pt>
                <c:pt idx="314">
                  <c:v>160.0</c:v>
                </c:pt>
                <c:pt idx="315">
                  <c:v>160.0</c:v>
                </c:pt>
                <c:pt idx="316">
                  <c:v>160.0</c:v>
                </c:pt>
                <c:pt idx="317">
                  <c:v>160.0</c:v>
                </c:pt>
                <c:pt idx="318">
                  <c:v>160.0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Trigger 112</c:v>
                </c:pt>
              </c:strCache>
            </c:strRef>
          </c:tx>
          <c:spPr>
            <a:ln w="15875">
              <a:solidFill>
                <a:srgbClr val="767576"/>
              </a:solidFill>
              <a:prstDash val="dash"/>
            </a:ln>
          </c:spPr>
          <c:marker>
            <c:symbol val="none"/>
          </c:marker>
          <c:cat>
            <c:strRef>
              <c:f>Sheet1!$A$2:$A$320</c:f>
              <c:strCache>
                <c:ptCount val="319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  <c:pt idx="12">
                  <c:v>2001</c:v>
                </c:pt>
                <c:pt idx="13">
                  <c:v>2001</c:v>
                </c:pt>
                <c:pt idx="14">
                  <c:v>2001</c:v>
                </c:pt>
                <c:pt idx="15">
                  <c:v>2001</c:v>
                </c:pt>
                <c:pt idx="16">
                  <c:v>2001</c:v>
                </c:pt>
                <c:pt idx="17">
                  <c:v>2001</c:v>
                </c:pt>
                <c:pt idx="18">
                  <c:v>2001</c:v>
                </c:pt>
                <c:pt idx="19">
                  <c:v>2001</c:v>
                </c:pt>
                <c:pt idx="20">
                  <c:v>2001</c:v>
                </c:pt>
                <c:pt idx="21">
                  <c:v>2001</c:v>
                </c:pt>
                <c:pt idx="22">
                  <c:v>2001</c:v>
                </c:pt>
                <c:pt idx="23">
                  <c:v>2001</c:v>
                </c:pt>
                <c:pt idx="24">
                  <c:v>2002</c:v>
                </c:pt>
                <c:pt idx="25">
                  <c:v>2002</c:v>
                </c:pt>
                <c:pt idx="26">
                  <c:v>2002</c:v>
                </c:pt>
                <c:pt idx="27">
                  <c:v>2002</c:v>
                </c:pt>
                <c:pt idx="28">
                  <c:v>2002</c:v>
                </c:pt>
                <c:pt idx="29">
                  <c:v>2002</c:v>
                </c:pt>
                <c:pt idx="30">
                  <c:v>2002</c:v>
                </c:pt>
                <c:pt idx="31">
                  <c:v>2002</c:v>
                </c:pt>
                <c:pt idx="32">
                  <c:v>2002</c:v>
                </c:pt>
                <c:pt idx="33">
                  <c:v>2002</c:v>
                </c:pt>
                <c:pt idx="34">
                  <c:v>2002</c:v>
                </c:pt>
                <c:pt idx="35">
                  <c:v>2002</c:v>
                </c:pt>
                <c:pt idx="36">
                  <c:v>2003</c:v>
                </c:pt>
                <c:pt idx="37">
                  <c:v>2003</c:v>
                </c:pt>
                <c:pt idx="38">
                  <c:v>2003</c:v>
                </c:pt>
                <c:pt idx="39">
                  <c:v>2003</c:v>
                </c:pt>
                <c:pt idx="40">
                  <c:v>2003</c:v>
                </c:pt>
                <c:pt idx="41">
                  <c:v>2003</c:v>
                </c:pt>
                <c:pt idx="42">
                  <c:v>2003</c:v>
                </c:pt>
                <c:pt idx="43">
                  <c:v>2003</c:v>
                </c:pt>
                <c:pt idx="44">
                  <c:v>2003</c:v>
                </c:pt>
                <c:pt idx="45">
                  <c:v>2003</c:v>
                </c:pt>
                <c:pt idx="46">
                  <c:v>2003</c:v>
                </c:pt>
                <c:pt idx="47">
                  <c:v>2003</c:v>
                </c:pt>
                <c:pt idx="48">
                  <c:v>2004</c:v>
                </c:pt>
                <c:pt idx="49">
                  <c:v>2004</c:v>
                </c:pt>
                <c:pt idx="50">
                  <c:v>2004</c:v>
                </c:pt>
                <c:pt idx="51">
                  <c:v>2004</c:v>
                </c:pt>
                <c:pt idx="52">
                  <c:v>2004</c:v>
                </c:pt>
                <c:pt idx="53">
                  <c:v>2004</c:v>
                </c:pt>
                <c:pt idx="54">
                  <c:v>2004</c:v>
                </c:pt>
                <c:pt idx="55">
                  <c:v>2004</c:v>
                </c:pt>
                <c:pt idx="56">
                  <c:v>2004</c:v>
                </c:pt>
                <c:pt idx="57">
                  <c:v>2004</c:v>
                </c:pt>
                <c:pt idx="58">
                  <c:v>2004</c:v>
                </c:pt>
                <c:pt idx="59">
                  <c:v>2004</c:v>
                </c:pt>
                <c:pt idx="60">
                  <c:v>2005</c:v>
                </c:pt>
                <c:pt idx="61">
                  <c:v>2005</c:v>
                </c:pt>
                <c:pt idx="62">
                  <c:v>2005</c:v>
                </c:pt>
                <c:pt idx="63">
                  <c:v>2005</c:v>
                </c:pt>
                <c:pt idx="64">
                  <c:v>2005</c:v>
                </c:pt>
                <c:pt idx="65">
                  <c:v>2005</c:v>
                </c:pt>
                <c:pt idx="66">
                  <c:v>2005</c:v>
                </c:pt>
                <c:pt idx="67">
                  <c:v>2005</c:v>
                </c:pt>
                <c:pt idx="68">
                  <c:v>2005</c:v>
                </c:pt>
                <c:pt idx="69">
                  <c:v>2005</c:v>
                </c:pt>
                <c:pt idx="70">
                  <c:v>2005</c:v>
                </c:pt>
                <c:pt idx="71">
                  <c:v>2005</c:v>
                </c:pt>
                <c:pt idx="72">
                  <c:v>2006</c:v>
                </c:pt>
                <c:pt idx="73">
                  <c:v>2006</c:v>
                </c:pt>
                <c:pt idx="74">
                  <c:v>2006</c:v>
                </c:pt>
                <c:pt idx="75">
                  <c:v>2006</c:v>
                </c:pt>
                <c:pt idx="76">
                  <c:v>2006</c:v>
                </c:pt>
                <c:pt idx="77">
                  <c:v>2006</c:v>
                </c:pt>
                <c:pt idx="78">
                  <c:v>2006</c:v>
                </c:pt>
                <c:pt idx="79">
                  <c:v>2006</c:v>
                </c:pt>
                <c:pt idx="80">
                  <c:v>2006</c:v>
                </c:pt>
                <c:pt idx="81">
                  <c:v>2006</c:v>
                </c:pt>
                <c:pt idx="82">
                  <c:v>2006</c:v>
                </c:pt>
                <c:pt idx="83">
                  <c:v>2006</c:v>
                </c:pt>
                <c:pt idx="84">
                  <c:v>2007</c:v>
                </c:pt>
                <c:pt idx="85">
                  <c:v>2007</c:v>
                </c:pt>
                <c:pt idx="86">
                  <c:v>2007</c:v>
                </c:pt>
                <c:pt idx="87">
                  <c:v>2007</c:v>
                </c:pt>
                <c:pt idx="88">
                  <c:v>2007</c:v>
                </c:pt>
                <c:pt idx="89">
                  <c:v>2007</c:v>
                </c:pt>
                <c:pt idx="90">
                  <c:v>2007</c:v>
                </c:pt>
                <c:pt idx="91">
                  <c:v>2007</c:v>
                </c:pt>
                <c:pt idx="92">
                  <c:v>2007</c:v>
                </c:pt>
                <c:pt idx="93">
                  <c:v>2007</c:v>
                </c:pt>
                <c:pt idx="94">
                  <c:v>2007</c:v>
                </c:pt>
                <c:pt idx="95">
                  <c:v>2007</c:v>
                </c:pt>
                <c:pt idx="96">
                  <c:v>2008</c:v>
                </c:pt>
                <c:pt idx="97">
                  <c:v>2008</c:v>
                </c:pt>
                <c:pt idx="98">
                  <c:v>2008</c:v>
                </c:pt>
                <c:pt idx="99">
                  <c:v>2008</c:v>
                </c:pt>
                <c:pt idx="100">
                  <c:v>2008</c:v>
                </c:pt>
                <c:pt idx="101">
                  <c:v>2008</c:v>
                </c:pt>
                <c:pt idx="102">
                  <c:v>2008</c:v>
                </c:pt>
                <c:pt idx="103">
                  <c:v>2008</c:v>
                </c:pt>
                <c:pt idx="104">
                  <c:v>2008</c:v>
                </c:pt>
                <c:pt idx="105">
                  <c:v>2008</c:v>
                </c:pt>
                <c:pt idx="106">
                  <c:v>2008</c:v>
                </c:pt>
                <c:pt idx="107">
                  <c:v>2008</c:v>
                </c:pt>
                <c:pt idx="108">
                  <c:v>2009</c:v>
                </c:pt>
                <c:pt idx="109">
                  <c:v>2009</c:v>
                </c:pt>
                <c:pt idx="110">
                  <c:v>2009</c:v>
                </c:pt>
                <c:pt idx="111">
                  <c:v>2009</c:v>
                </c:pt>
                <c:pt idx="112">
                  <c:v>2009</c:v>
                </c:pt>
                <c:pt idx="113">
                  <c:v>2009</c:v>
                </c:pt>
                <c:pt idx="114">
                  <c:v>2009</c:v>
                </c:pt>
                <c:pt idx="115">
                  <c:v>2009</c:v>
                </c:pt>
                <c:pt idx="116">
                  <c:v>2009</c:v>
                </c:pt>
                <c:pt idx="117">
                  <c:v>2009</c:v>
                </c:pt>
                <c:pt idx="118">
                  <c:v>2009</c:v>
                </c:pt>
                <c:pt idx="119">
                  <c:v>2009</c:v>
                </c:pt>
                <c:pt idx="120">
                  <c:v>2010</c:v>
                </c:pt>
                <c:pt idx="121">
                  <c:v>2010</c:v>
                </c:pt>
                <c:pt idx="122">
                  <c:v>2010</c:v>
                </c:pt>
                <c:pt idx="123">
                  <c:v>2010</c:v>
                </c:pt>
                <c:pt idx="124">
                  <c:v>2010</c:v>
                </c:pt>
                <c:pt idx="125">
                  <c:v>2010</c:v>
                </c:pt>
                <c:pt idx="126">
                  <c:v>2010</c:v>
                </c:pt>
                <c:pt idx="127">
                  <c:v>2010</c:v>
                </c:pt>
                <c:pt idx="128">
                  <c:v>2010</c:v>
                </c:pt>
                <c:pt idx="129">
                  <c:v>2010</c:v>
                </c:pt>
                <c:pt idx="130">
                  <c:v>2010</c:v>
                </c:pt>
                <c:pt idx="131">
                  <c:v>2010</c:v>
                </c:pt>
                <c:pt idx="132">
                  <c:v>2011</c:v>
                </c:pt>
                <c:pt idx="133">
                  <c:v>2011</c:v>
                </c:pt>
                <c:pt idx="134">
                  <c:v>2011</c:v>
                </c:pt>
                <c:pt idx="135">
                  <c:v>2011</c:v>
                </c:pt>
                <c:pt idx="136">
                  <c:v>2011</c:v>
                </c:pt>
                <c:pt idx="137">
                  <c:v>2011</c:v>
                </c:pt>
                <c:pt idx="138">
                  <c:v>2011</c:v>
                </c:pt>
                <c:pt idx="139">
                  <c:v>2011</c:v>
                </c:pt>
                <c:pt idx="140">
                  <c:v>2011</c:v>
                </c:pt>
                <c:pt idx="141">
                  <c:v>2011</c:v>
                </c:pt>
                <c:pt idx="142">
                  <c:v>2011</c:v>
                </c:pt>
                <c:pt idx="143">
                  <c:v>2011</c:v>
                </c:pt>
                <c:pt idx="144">
                  <c:v>2012</c:v>
                </c:pt>
                <c:pt idx="145">
                  <c:v>2012</c:v>
                </c:pt>
                <c:pt idx="146">
                  <c:v>2012</c:v>
                </c:pt>
                <c:pt idx="147">
                  <c:v>2012</c:v>
                </c:pt>
                <c:pt idx="148">
                  <c:v>2012</c:v>
                </c:pt>
                <c:pt idx="149">
                  <c:v>2012</c:v>
                </c:pt>
                <c:pt idx="150">
                  <c:v>2012</c:v>
                </c:pt>
                <c:pt idx="151">
                  <c:v>2012</c:v>
                </c:pt>
                <c:pt idx="152">
                  <c:v>2012</c:v>
                </c:pt>
                <c:pt idx="153">
                  <c:v>2012</c:v>
                </c:pt>
                <c:pt idx="154">
                  <c:v>2012</c:v>
                </c:pt>
                <c:pt idx="155">
                  <c:v>2012</c:v>
                </c:pt>
                <c:pt idx="156">
                  <c:v>2013</c:v>
                </c:pt>
                <c:pt idx="157">
                  <c:v>2013</c:v>
                </c:pt>
                <c:pt idx="158">
                  <c:v>2013</c:v>
                </c:pt>
                <c:pt idx="159">
                  <c:v>2013</c:v>
                </c:pt>
                <c:pt idx="160">
                  <c:v>2013</c:v>
                </c:pt>
                <c:pt idx="161">
                  <c:v>2013</c:v>
                </c:pt>
                <c:pt idx="162">
                  <c:v>2013</c:v>
                </c:pt>
                <c:pt idx="163">
                  <c:v>2013</c:v>
                </c:pt>
                <c:pt idx="164">
                  <c:v>2013</c:v>
                </c:pt>
                <c:pt idx="165">
                  <c:v>2013</c:v>
                </c:pt>
                <c:pt idx="166">
                  <c:v>2013</c:v>
                </c:pt>
                <c:pt idx="167">
                  <c:v>2013</c:v>
                </c:pt>
                <c:pt idx="168">
                  <c:v>2014</c:v>
                </c:pt>
                <c:pt idx="169">
                  <c:v>2014</c:v>
                </c:pt>
                <c:pt idx="170">
                  <c:v>2014</c:v>
                </c:pt>
                <c:pt idx="171">
                  <c:v>2014</c:v>
                </c:pt>
                <c:pt idx="172">
                  <c:v>2014</c:v>
                </c:pt>
                <c:pt idx="173">
                  <c:v>2014</c:v>
                </c:pt>
                <c:pt idx="174">
                  <c:v>2014</c:v>
                </c:pt>
                <c:pt idx="175">
                  <c:v>2014</c:v>
                </c:pt>
                <c:pt idx="176">
                  <c:v>2014</c:v>
                </c:pt>
                <c:pt idx="177">
                  <c:v>2014</c:v>
                </c:pt>
                <c:pt idx="178">
                  <c:v>2014</c:v>
                </c:pt>
                <c:pt idx="179">
                  <c:v>2014</c:v>
                </c:pt>
                <c:pt idx="180">
                  <c:v>2015</c:v>
                </c:pt>
                <c:pt idx="181">
                  <c:v>2015</c:v>
                </c:pt>
                <c:pt idx="182">
                  <c:v>2015</c:v>
                </c:pt>
                <c:pt idx="183">
                  <c:v>2015</c:v>
                </c:pt>
                <c:pt idx="184">
                  <c:v>2015</c:v>
                </c:pt>
                <c:pt idx="185">
                  <c:v>2015</c:v>
                </c:pt>
                <c:pt idx="186">
                  <c:v>2015</c:v>
                </c:pt>
                <c:pt idx="187">
                  <c:v>2015</c:v>
                </c:pt>
                <c:pt idx="188">
                  <c:v>2015</c:v>
                </c:pt>
                <c:pt idx="189">
                  <c:v>2015</c:v>
                </c:pt>
                <c:pt idx="190">
                  <c:v>2015</c:v>
                </c:pt>
                <c:pt idx="191">
                  <c:v>2015</c:v>
                </c:pt>
                <c:pt idx="192">
                  <c:v>2016</c:v>
                </c:pt>
                <c:pt idx="193">
                  <c:v>2016</c:v>
                </c:pt>
                <c:pt idx="194">
                  <c:v>2016</c:v>
                </c:pt>
                <c:pt idx="195">
                  <c:v>2016</c:v>
                </c:pt>
                <c:pt idx="196">
                  <c:v>2016</c:v>
                </c:pt>
                <c:pt idx="197">
                  <c:v>2016</c:v>
                </c:pt>
                <c:pt idx="198">
                  <c:v>2016</c:v>
                </c:pt>
                <c:pt idx="199">
                  <c:v>2016</c:v>
                </c:pt>
                <c:pt idx="200">
                  <c:v>2016</c:v>
                </c:pt>
                <c:pt idx="201">
                  <c:v>2016</c:v>
                </c:pt>
                <c:pt idx="202">
                  <c:v>2016</c:v>
                </c:pt>
                <c:pt idx="203">
                  <c:v>2016</c:v>
                </c:pt>
                <c:pt idx="204">
                  <c:v>2017</c:v>
                </c:pt>
                <c:pt idx="205">
                  <c:v>2017</c:v>
                </c:pt>
                <c:pt idx="206">
                  <c:v>2017</c:v>
                </c:pt>
                <c:pt idx="207">
                  <c:v>2017</c:v>
                </c:pt>
                <c:pt idx="208">
                  <c:v>2017</c:v>
                </c:pt>
                <c:pt idx="209">
                  <c:v>2017</c:v>
                </c:pt>
                <c:pt idx="210">
                  <c:v>2017</c:v>
                </c:pt>
                <c:pt idx="211">
                  <c:v>2017</c:v>
                </c:pt>
                <c:pt idx="212">
                  <c:v>2017</c:v>
                </c:pt>
                <c:pt idx="213">
                  <c:v>2017</c:v>
                </c:pt>
                <c:pt idx="214">
                  <c:v>2017</c:v>
                </c:pt>
                <c:pt idx="215">
                  <c:v>2017</c:v>
                </c:pt>
                <c:pt idx="216">
                  <c:v>2018</c:v>
                </c:pt>
                <c:pt idx="217">
                  <c:v>2018</c:v>
                </c:pt>
                <c:pt idx="218">
                  <c:v>2018</c:v>
                </c:pt>
                <c:pt idx="219">
                  <c:v>2018</c:v>
                </c:pt>
                <c:pt idx="220">
                  <c:v>2018</c:v>
                </c:pt>
                <c:pt idx="221">
                  <c:v>2018</c:v>
                </c:pt>
                <c:pt idx="222">
                  <c:v>2018</c:v>
                </c:pt>
                <c:pt idx="223">
                  <c:v>2018</c:v>
                </c:pt>
                <c:pt idx="224">
                  <c:v>2018</c:v>
                </c:pt>
                <c:pt idx="225">
                  <c:v>2018</c:v>
                </c:pt>
                <c:pt idx="226">
                  <c:v>2018</c:v>
                </c:pt>
                <c:pt idx="227">
                  <c:v>2018</c:v>
                </c:pt>
                <c:pt idx="228">
                  <c:v>2019</c:v>
                </c:pt>
                <c:pt idx="229">
                  <c:v>2019</c:v>
                </c:pt>
                <c:pt idx="230">
                  <c:v>2019</c:v>
                </c:pt>
                <c:pt idx="231">
                  <c:v>2019</c:v>
                </c:pt>
                <c:pt idx="232">
                  <c:v>2019</c:v>
                </c:pt>
                <c:pt idx="233">
                  <c:v>2019</c:v>
                </c:pt>
                <c:pt idx="234">
                  <c:v>2019</c:v>
                </c:pt>
                <c:pt idx="235">
                  <c:v>2019</c:v>
                </c:pt>
                <c:pt idx="236">
                  <c:v>2019</c:v>
                </c:pt>
                <c:pt idx="237">
                  <c:v>2019</c:v>
                </c:pt>
                <c:pt idx="238">
                  <c:v>2019</c:v>
                </c:pt>
                <c:pt idx="239">
                  <c:v>2019</c:v>
                </c:pt>
                <c:pt idx="240">
                  <c:v>2020</c:v>
                </c:pt>
                <c:pt idx="241">
                  <c:v>2020</c:v>
                </c:pt>
                <c:pt idx="242">
                  <c:v>2020</c:v>
                </c:pt>
                <c:pt idx="243">
                  <c:v>2020</c:v>
                </c:pt>
                <c:pt idx="244">
                  <c:v>2020</c:v>
                </c:pt>
                <c:pt idx="245">
                  <c:v>2020</c:v>
                </c:pt>
                <c:pt idx="246">
                  <c:v>2020</c:v>
                </c:pt>
                <c:pt idx="247">
                  <c:v>2020</c:v>
                </c:pt>
                <c:pt idx="248">
                  <c:v>2020</c:v>
                </c:pt>
                <c:pt idx="249">
                  <c:v>2020</c:v>
                </c:pt>
                <c:pt idx="250">
                  <c:v>2020</c:v>
                </c:pt>
                <c:pt idx="251">
                  <c:v>2020</c:v>
                </c:pt>
                <c:pt idx="252">
                  <c:v>2021</c:v>
                </c:pt>
                <c:pt idx="253">
                  <c:v>2021</c:v>
                </c:pt>
                <c:pt idx="254">
                  <c:v>2021</c:v>
                </c:pt>
                <c:pt idx="255">
                  <c:v>2021</c:v>
                </c:pt>
                <c:pt idx="256">
                  <c:v>2021</c:v>
                </c:pt>
                <c:pt idx="257">
                  <c:v>2021</c:v>
                </c:pt>
                <c:pt idx="258">
                  <c:v>2021</c:v>
                </c:pt>
                <c:pt idx="259">
                  <c:v>2021</c:v>
                </c:pt>
                <c:pt idx="260">
                  <c:v>2021</c:v>
                </c:pt>
                <c:pt idx="261">
                  <c:v>2021</c:v>
                </c:pt>
                <c:pt idx="262">
                  <c:v>2021</c:v>
                </c:pt>
                <c:pt idx="263">
                  <c:v>2021</c:v>
                </c:pt>
                <c:pt idx="264">
                  <c:v>2022</c:v>
                </c:pt>
                <c:pt idx="265">
                  <c:v>2022</c:v>
                </c:pt>
                <c:pt idx="266">
                  <c:v>2022</c:v>
                </c:pt>
                <c:pt idx="267">
                  <c:v>2022</c:v>
                </c:pt>
                <c:pt idx="268">
                  <c:v>2022</c:v>
                </c:pt>
                <c:pt idx="269">
                  <c:v>2022</c:v>
                </c:pt>
                <c:pt idx="270">
                  <c:v>2022</c:v>
                </c:pt>
                <c:pt idx="271">
                  <c:v>2022</c:v>
                </c:pt>
                <c:pt idx="272">
                  <c:v>2022</c:v>
                </c:pt>
                <c:pt idx="273">
                  <c:v>2022</c:v>
                </c:pt>
                <c:pt idx="274">
                  <c:v>2022</c:v>
                </c:pt>
                <c:pt idx="275">
                  <c:v>2022</c:v>
                </c:pt>
                <c:pt idx="276">
                  <c:v>2023</c:v>
                </c:pt>
                <c:pt idx="277">
                  <c:v>2023</c:v>
                </c:pt>
                <c:pt idx="278">
                  <c:v>2023</c:v>
                </c:pt>
                <c:pt idx="279">
                  <c:v>2023</c:v>
                </c:pt>
                <c:pt idx="280">
                  <c:v>2023</c:v>
                </c:pt>
                <c:pt idx="281">
                  <c:v>2023</c:v>
                </c:pt>
                <c:pt idx="282">
                  <c:v>2023</c:v>
                </c:pt>
                <c:pt idx="283">
                  <c:v>2023</c:v>
                </c:pt>
                <c:pt idx="284">
                  <c:v>2023</c:v>
                </c:pt>
                <c:pt idx="285">
                  <c:v>2023</c:v>
                </c:pt>
                <c:pt idx="286">
                  <c:v>2023</c:v>
                </c:pt>
                <c:pt idx="287">
                  <c:v>2023</c:v>
                </c:pt>
                <c:pt idx="288">
                  <c:v>2024</c:v>
                </c:pt>
                <c:pt idx="289">
                  <c:v>2024</c:v>
                </c:pt>
                <c:pt idx="290">
                  <c:v>2024</c:v>
                </c:pt>
                <c:pt idx="291">
                  <c:v>2024</c:v>
                </c:pt>
                <c:pt idx="292">
                  <c:v>2024</c:v>
                </c:pt>
                <c:pt idx="293">
                  <c:v>2024</c:v>
                </c:pt>
                <c:pt idx="294">
                  <c:v>2024</c:v>
                </c:pt>
                <c:pt idx="295">
                  <c:v>2024</c:v>
                </c:pt>
                <c:pt idx="296">
                  <c:v>2024</c:v>
                </c:pt>
                <c:pt idx="297">
                  <c:v>2024</c:v>
                </c:pt>
                <c:pt idx="298">
                  <c:v>2024</c:v>
                </c:pt>
                <c:pt idx="299">
                  <c:v>2024</c:v>
                </c:pt>
                <c:pt idx="300">
                  <c:v>2025</c:v>
                </c:pt>
                <c:pt idx="301">
                  <c:v>2025</c:v>
                </c:pt>
                <c:pt idx="302">
                  <c:v>2025</c:v>
                </c:pt>
                <c:pt idx="303">
                  <c:v>2025</c:v>
                </c:pt>
                <c:pt idx="304">
                  <c:v>2025</c:v>
                </c:pt>
                <c:pt idx="305">
                  <c:v>2025</c:v>
                </c:pt>
                <c:pt idx="306">
                  <c:v>2025</c:v>
                </c:pt>
                <c:pt idx="307">
                  <c:v>2025</c:v>
                </c:pt>
                <c:pt idx="308">
                  <c:v>2025</c:v>
                </c:pt>
                <c:pt idx="309">
                  <c:v>2025</c:v>
                </c:pt>
                <c:pt idx="310">
                  <c:v>2025</c:v>
                </c:pt>
                <c:pt idx="311">
                  <c:v>2025</c:v>
                </c:pt>
                <c:pt idx="312">
                  <c:v>2026</c:v>
                </c:pt>
                <c:pt idx="313">
                  <c:v>2026</c:v>
                </c:pt>
                <c:pt idx="314">
                  <c:v>2026</c:v>
                </c:pt>
                <c:pt idx="315">
                  <c:v>2026</c:v>
                </c:pt>
                <c:pt idx="316">
                  <c:v>2026</c:v>
                </c:pt>
                <c:pt idx="317">
                  <c:v>2026</c:v>
                </c:pt>
                <c:pt idx="318">
                  <c:v>2026</c:v>
                </c:pt>
              </c:strCache>
            </c:strRef>
          </c:cat>
          <c:val>
            <c:numRef>
              <c:f>Sheet1!$D$2:$D$320</c:f>
              <c:numCache>
                <c:formatCode>General</c:formatCode>
                <c:ptCount val="319"/>
                <c:pt idx="0">
                  <c:v>112.0</c:v>
                </c:pt>
                <c:pt idx="1">
                  <c:v>112.0</c:v>
                </c:pt>
                <c:pt idx="2">
                  <c:v>112.0</c:v>
                </c:pt>
                <c:pt idx="3">
                  <c:v>112.0</c:v>
                </c:pt>
                <c:pt idx="4">
                  <c:v>112.0</c:v>
                </c:pt>
                <c:pt idx="5">
                  <c:v>112.0</c:v>
                </c:pt>
                <c:pt idx="6">
                  <c:v>112.0</c:v>
                </c:pt>
                <c:pt idx="7">
                  <c:v>112.0</c:v>
                </c:pt>
                <c:pt idx="8">
                  <c:v>112.0</c:v>
                </c:pt>
                <c:pt idx="9">
                  <c:v>112.0</c:v>
                </c:pt>
                <c:pt idx="10">
                  <c:v>112.0</c:v>
                </c:pt>
                <c:pt idx="11">
                  <c:v>112.0</c:v>
                </c:pt>
                <c:pt idx="12">
                  <c:v>112.0</c:v>
                </c:pt>
                <c:pt idx="13">
                  <c:v>112.0</c:v>
                </c:pt>
                <c:pt idx="14">
                  <c:v>112.0</c:v>
                </c:pt>
                <c:pt idx="15">
                  <c:v>112.0</c:v>
                </c:pt>
                <c:pt idx="16">
                  <c:v>112.0</c:v>
                </c:pt>
                <c:pt idx="17">
                  <c:v>112.0</c:v>
                </c:pt>
                <c:pt idx="18">
                  <c:v>112.0</c:v>
                </c:pt>
                <c:pt idx="19">
                  <c:v>112.0</c:v>
                </c:pt>
                <c:pt idx="20">
                  <c:v>112.0</c:v>
                </c:pt>
                <c:pt idx="21">
                  <c:v>112.0</c:v>
                </c:pt>
                <c:pt idx="22">
                  <c:v>112.0</c:v>
                </c:pt>
                <c:pt idx="23">
                  <c:v>112.0</c:v>
                </c:pt>
                <c:pt idx="24">
                  <c:v>112.0</c:v>
                </c:pt>
                <c:pt idx="25">
                  <c:v>112.0</c:v>
                </c:pt>
                <c:pt idx="26">
                  <c:v>112.0</c:v>
                </c:pt>
                <c:pt idx="27">
                  <c:v>112.0</c:v>
                </c:pt>
                <c:pt idx="28">
                  <c:v>112.0</c:v>
                </c:pt>
                <c:pt idx="29">
                  <c:v>112.0</c:v>
                </c:pt>
                <c:pt idx="30">
                  <c:v>112.0</c:v>
                </c:pt>
                <c:pt idx="31">
                  <c:v>112.0</c:v>
                </c:pt>
                <c:pt idx="32">
                  <c:v>112.0</c:v>
                </c:pt>
                <c:pt idx="33">
                  <c:v>112.0</c:v>
                </c:pt>
                <c:pt idx="34">
                  <c:v>112.0</c:v>
                </c:pt>
                <c:pt idx="35">
                  <c:v>112.0</c:v>
                </c:pt>
                <c:pt idx="36">
                  <c:v>112.0</c:v>
                </c:pt>
                <c:pt idx="37">
                  <c:v>112.0</c:v>
                </c:pt>
                <c:pt idx="38">
                  <c:v>112.0</c:v>
                </c:pt>
                <c:pt idx="39">
                  <c:v>112.0</c:v>
                </c:pt>
                <c:pt idx="40">
                  <c:v>112.0</c:v>
                </c:pt>
                <c:pt idx="41">
                  <c:v>112.0</c:v>
                </c:pt>
                <c:pt idx="42">
                  <c:v>112.0</c:v>
                </c:pt>
                <c:pt idx="43">
                  <c:v>112.0</c:v>
                </c:pt>
                <c:pt idx="44">
                  <c:v>112.0</c:v>
                </c:pt>
                <c:pt idx="45">
                  <c:v>112.0</c:v>
                </c:pt>
                <c:pt idx="46">
                  <c:v>112.0</c:v>
                </c:pt>
                <c:pt idx="47">
                  <c:v>112.0</c:v>
                </c:pt>
                <c:pt idx="48">
                  <c:v>112.0</c:v>
                </c:pt>
                <c:pt idx="49">
                  <c:v>112.0</c:v>
                </c:pt>
                <c:pt idx="50">
                  <c:v>112.0</c:v>
                </c:pt>
                <c:pt idx="51">
                  <c:v>112.0</c:v>
                </c:pt>
                <c:pt idx="52">
                  <c:v>112.0</c:v>
                </c:pt>
                <c:pt idx="53">
                  <c:v>112.0</c:v>
                </c:pt>
                <c:pt idx="54">
                  <c:v>112.0</c:v>
                </c:pt>
                <c:pt idx="55">
                  <c:v>112.0</c:v>
                </c:pt>
                <c:pt idx="56">
                  <c:v>112.0</c:v>
                </c:pt>
                <c:pt idx="57">
                  <c:v>112.0</c:v>
                </c:pt>
                <c:pt idx="58">
                  <c:v>112.0</c:v>
                </c:pt>
                <c:pt idx="59">
                  <c:v>112.0</c:v>
                </c:pt>
                <c:pt idx="60">
                  <c:v>112.0</c:v>
                </c:pt>
                <c:pt idx="61">
                  <c:v>112.0</c:v>
                </c:pt>
                <c:pt idx="62">
                  <c:v>112.0</c:v>
                </c:pt>
                <c:pt idx="63">
                  <c:v>112.0</c:v>
                </c:pt>
                <c:pt idx="64">
                  <c:v>112.0</c:v>
                </c:pt>
                <c:pt idx="65">
                  <c:v>112.0</c:v>
                </c:pt>
                <c:pt idx="66">
                  <c:v>112.0</c:v>
                </c:pt>
                <c:pt idx="67">
                  <c:v>112.0</c:v>
                </c:pt>
                <c:pt idx="68">
                  <c:v>112.0</c:v>
                </c:pt>
                <c:pt idx="69">
                  <c:v>112.0</c:v>
                </c:pt>
                <c:pt idx="70">
                  <c:v>112.0</c:v>
                </c:pt>
                <c:pt idx="71">
                  <c:v>112.0</c:v>
                </c:pt>
                <c:pt idx="72">
                  <c:v>112.0</c:v>
                </c:pt>
                <c:pt idx="73">
                  <c:v>112.0</c:v>
                </c:pt>
                <c:pt idx="74">
                  <c:v>112.0</c:v>
                </c:pt>
                <c:pt idx="75">
                  <c:v>112.0</c:v>
                </c:pt>
                <c:pt idx="76">
                  <c:v>112.0</c:v>
                </c:pt>
                <c:pt idx="77">
                  <c:v>112.0</c:v>
                </c:pt>
                <c:pt idx="78">
                  <c:v>112.0</c:v>
                </c:pt>
                <c:pt idx="79">
                  <c:v>112.0</c:v>
                </c:pt>
                <c:pt idx="80">
                  <c:v>112.0</c:v>
                </c:pt>
                <c:pt idx="81">
                  <c:v>112.0</c:v>
                </c:pt>
                <c:pt idx="82">
                  <c:v>112.0</c:v>
                </c:pt>
                <c:pt idx="83">
                  <c:v>112.0</c:v>
                </c:pt>
                <c:pt idx="84">
                  <c:v>112.0</c:v>
                </c:pt>
                <c:pt idx="85">
                  <c:v>112.0</c:v>
                </c:pt>
                <c:pt idx="86">
                  <c:v>112.0</c:v>
                </c:pt>
                <c:pt idx="87">
                  <c:v>112.0</c:v>
                </c:pt>
                <c:pt idx="88">
                  <c:v>112.0</c:v>
                </c:pt>
                <c:pt idx="89">
                  <c:v>112.0</c:v>
                </c:pt>
                <c:pt idx="90">
                  <c:v>112.0</c:v>
                </c:pt>
                <c:pt idx="91">
                  <c:v>112.0</c:v>
                </c:pt>
                <c:pt idx="92">
                  <c:v>112.0</c:v>
                </c:pt>
                <c:pt idx="93">
                  <c:v>112.0</c:v>
                </c:pt>
                <c:pt idx="94">
                  <c:v>112.0</c:v>
                </c:pt>
                <c:pt idx="95">
                  <c:v>112.0</c:v>
                </c:pt>
                <c:pt idx="96">
                  <c:v>112.0</c:v>
                </c:pt>
                <c:pt idx="97">
                  <c:v>112.0</c:v>
                </c:pt>
                <c:pt idx="98">
                  <c:v>112.0</c:v>
                </c:pt>
                <c:pt idx="99">
                  <c:v>112.0</c:v>
                </c:pt>
                <c:pt idx="100">
                  <c:v>112.0</c:v>
                </c:pt>
                <c:pt idx="101">
                  <c:v>112.0</c:v>
                </c:pt>
                <c:pt idx="102">
                  <c:v>112.0</c:v>
                </c:pt>
                <c:pt idx="103">
                  <c:v>112.0</c:v>
                </c:pt>
                <c:pt idx="104">
                  <c:v>112.0</c:v>
                </c:pt>
                <c:pt idx="105">
                  <c:v>112.0</c:v>
                </c:pt>
                <c:pt idx="106">
                  <c:v>112.0</c:v>
                </c:pt>
                <c:pt idx="107">
                  <c:v>112.0</c:v>
                </c:pt>
                <c:pt idx="108">
                  <c:v>112.0</c:v>
                </c:pt>
                <c:pt idx="109">
                  <c:v>112.0</c:v>
                </c:pt>
                <c:pt idx="110">
                  <c:v>112.0</c:v>
                </c:pt>
                <c:pt idx="111">
                  <c:v>112.0</c:v>
                </c:pt>
                <c:pt idx="112">
                  <c:v>112.0</c:v>
                </c:pt>
                <c:pt idx="113">
                  <c:v>112.0</c:v>
                </c:pt>
                <c:pt idx="114">
                  <c:v>112.0</c:v>
                </c:pt>
                <c:pt idx="115">
                  <c:v>112.0</c:v>
                </c:pt>
                <c:pt idx="116">
                  <c:v>112.0</c:v>
                </c:pt>
                <c:pt idx="117">
                  <c:v>112.0</c:v>
                </c:pt>
                <c:pt idx="118">
                  <c:v>112.0</c:v>
                </c:pt>
                <c:pt idx="119">
                  <c:v>112.0</c:v>
                </c:pt>
                <c:pt idx="120">
                  <c:v>112.0</c:v>
                </c:pt>
                <c:pt idx="121">
                  <c:v>112.0</c:v>
                </c:pt>
                <c:pt idx="122">
                  <c:v>112.0</c:v>
                </c:pt>
                <c:pt idx="123">
                  <c:v>112.0</c:v>
                </c:pt>
                <c:pt idx="124">
                  <c:v>112.0</c:v>
                </c:pt>
                <c:pt idx="125">
                  <c:v>112.0</c:v>
                </c:pt>
                <c:pt idx="126">
                  <c:v>112.0</c:v>
                </c:pt>
                <c:pt idx="127">
                  <c:v>112.0</c:v>
                </c:pt>
                <c:pt idx="128">
                  <c:v>112.0</c:v>
                </c:pt>
                <c:pt idx="129">
                  <c:v>112.0</c:v>
                </c:pt>
                <c:pt idx="130">
                  <c:v>112.0</c:v>
                </c:pt>
                <c:pt idx="131">
                  <c:v>112.0</c:v>
                </c:pt>
                <c:pt idx="132">
                  <c:v>112.0</c:v>
                </c:pt>
                <c:pt idx="133">
                  <c:v>112.0</c:v>
                </c:pt>
                <c:pt idx="134">
                  <c:v>112.0</c:v>
                </c:pt>
                <c:pt idx="135">
                  <c:v>112.0</c:v>
                </c:pt>
                <c:pt idx="136">
                  <c:v>112.0</c:v>
                </c:pt>
                <c:pt idx="137">
                  <c:v>112.0</c:v>
                </c:pt>
                <c:pt idx="138">
                  <c:v>112.0</c:v>
                </c:pt>
                <c:pt idx="139">
                  <c:v>112.0</c:v>
                </c:pt>
                <c:pt idx="140">
                  <c:v>112.0</c:v>
                </c:pt>
                <c:pt idx="141">
                  <c:v>112.0</c:v>
                </c:pt>
                <c:pt idx="142">
                  <c:v>112.0</c:v>
                </c:pt>
                <c:pt idx="143">
                  <c:v>112.0</c:v>
                </c:pt>
                <c:pt idx="144">
                  <c:v>112.0</c:v>
                </c:pt>
                <c:pt idx="145">
                  <c:v>112.0</c:v>
                </c:pt>
                <c:pt idx="146">
                  <c:v>112.0</c:v>
                </c:pt>
                <c:pt idx="147">
                  <c:v>112.0</c:v>
                </c:pt>
                <c:pt idx="148">
                  <c:v>112.0</c:v>
                </c:pt>
                <c:pt idx="149">
                  <c:v>112.0</c:v>
                </c:pt>
                <c:pt idx="150">
                  <c:v>112.0</c:v>
                </c:pt>
                <c:pt idx="151">
                  <c:v>112.0</c:v>
                </c:pt>
                <c:pt idx="152">
                  <c:v>112.0</c:v>
                </c:pt>
                <c:pt idx="153">
                  <c:v>112.0</c:v>
                </c:pt>
                <c:pt idx="154">
                  <c:v>112.0</c:v>
                </c:pt>
                <c:pt idx="155">
                  <c:v>112.0</c:v>
                </c:pt>
                <c:pt idx="156">
                  <c:v>112.0</c:v>
                </c:pt>
                <c:pt idx="157">
                  <c:v>112.0</c:v>
                </c:pt>
                <c:pt idx="158">
                  <c:v>112.0</c:v>
                </c:pt>
                <c:pt idx="159">
                  <c:v>112.0</c:v>
                </c:pt>
                <c:pt idx="160">
                  <c:v>112.0</c:v>
                </c:pt>
                <c:pt idx="161">
                  <c:v>112.0</c:v>
                </c:pt>
                <c:pt idx="162">
                  <c:v>112.0</c:v>
                </c:pt>
                <c:pt idx="163">
                  <c:v>112.0</c:v>
                </c:pt>
                <c:pt idx="164">
                  <c:v>112.0</c:v>
                </c:pt>
                <c:pt idx="165">
                  <c:v>112.0</c:v>
                </c:pt>
                <c:pt idx="166">
                  <c:v>112.0</c:v>
                </c:pt>
                <c:pt idx="167">
                  <c:v>112.0</c:v>
                </c:pt>
                <c:pt idx="168">
                  <c:v>112.0</c:v>
                </c:pt>
                <c:pt idx="169">
                  <c:v>112.0</c:v>
                </c:pt>
                <c:pt idx="170">
                  <c:v>112.0</c:v>
                </c:pt>
                <c:pt idx="171">
                  <c:v>112.0</c:v>
                </c:pt>
                <c:pt idx="172">
                  <c:v>112.0</c:v>
                </c:pt>
                <c:pt idx="173">
                  <c:v>112.0</c:v>
                </c:pt>
                <c:pt idx="174">
                  <c:v>112.0</c:v>
                </c:pt>
                <c:pt idx="175">
                  <c:v>112.0</c:v>
                </c:pt>
                <c:pt idx="176">
                  <c:v>112.0</c:v>
                </c:pt>
                <c:pt idx="177">
                  <c:v>112.0</c:v>
                </c:pt>
                <c:pt idx="178">
                  <c:v>112.0</c:v>
                </c:pt>
                <c:pt idx="179">
                  <c:v>112.0</c:v>
                </c:pt>
                <c:pt idx="180">
                  <c:v>112.0</c:v>
                </c:pt>
                <c:pt idx="181">
                  <c:v>112.0</c:v>
                </c:pt>
                <c:pt idx="182">
                  <c:v>112.0</c:v>
                </c:pt>
                <c:pt idx="183">
                  <c:v>112.0</c:v>
                </c:pt>
                <c:pt idx="184">
                  <c:v>112.0</c:v>
                </c:pt>
                <c:pt idx="185">
                  <c:v>112.0</c:v>
                </c:pt>
                <c:pt idx="186">
                  <c:v>112.0</c:v>
                </c:pt>
                <c:pt idx="187">
                  <c:v>112.0</c:v>
                </c:pt>
                <c:pt idx="188">
                  <c:v>112.0</c:v>
                </c:pt>
                <c:pt idx="189">
                  <c:v>112.0</c:v>
                </c:pt>
                <c:pt idx="190">
                  <c:v>112.0</c:v>
                </c:pt>
                <c:pt idx="191">
                  <c:v>112.0</c:v>
                </c:pt>
                <c:pt idx="192">
                  <c:v>112.0</c:v>
                </c:pt>
                <c:pt idx="193">
                  <c:v>112.0</c:v>
                </c:pt>
                <c:pt idx="194">
                  <c:v>112.0</c:v>
                </c:pt>
                <c:pt idx="195">
                  <c:v>112.0</c:v>
                </c:pt>
                <c:pt idx="196">
                  <c:v>112.0</c:v>
                </c:pt>
                <c:pt idx="197">
                  <c:v>112.0</c:v>
                </c:pt>
                <c:pt idx="198">
                  <c:v>112.0</c:v>
                </c:pt>
                <c:pt idx="199">
                  <c:v>112.0</c:v>
                </c:pt>
                <c:pt idx="200">
                  <c:v>112.0</c:v>
                </c:pt>
                <c:pt idx="201">
                  <c:v>112.0</c:v>
                </c:pt>
                <c:pt idx="202">
                  <c:v>112.0</c:v>
                </c:pt>
                <c:pt idx="203">
                  <c:v>112.0</c:v>
                </c:pt>
                <c:pt idx="204">
                  <c:v>112.0</c:v>
                </c:pt>
                <c:pt idx="205">
                  <c:v>112.0</c:v>
                </c:pt>
                <c:pt idx="206">
                  <c:v>112.0</c:v>
                </c:pt>
                <c:pt idx="207">
                  <c:v>112.0</c:v>
                </c:pt>
                <c:pt idx="208">
                  <c:v>112.0</c:v>
                </c:pt>
                <c:pt idx="209">
                  <c:v>112.0</c:v>
                </c:pt>
                <c:pt idx="210">
                  <c:v>112.0</c:v>
                </c:pt>
                <c:pt idx="211">
                  <c:v>112.0</c:v>
                </c:pt>
                <c:pt idx="212">
                  <c:v>112.0</c:v>
                </c:pt>
                <c:pt idx="213">
                  <c:v>112.0</c:v>
                </c:pt>
                <c:pt idx="214">
                  <c:v>112.0</c:v>
                </c:pt>
                <c:pt idx="215">
                  <c:v>112.0</c:v>
                </c:pt>
                <c:pt idx="216">
                  <c:v>112.0</c:v>
                </c:pt>
                <c:pt idx="217">
                  <c:v>112.0</c:v>
                </c:pt>
                <c:pt idx="218">
                  <c:v>112.0</c:v>
                </c:pt>
                <c:pt idx="219">
                  <c:v>112.0</c:v>
                </c:pt>
                <c:pt idx="220">
                  <c:v>112.0</c:v>
                </c:pt>
                <c:pt idx="221">
                  <c:v>112.0</c:v>
                </c:pt>
                <c:pt idx="222">
                  <c:v>112.0</c:v>
                </c:pt>
                <c:pt idx="223">
                  <c:v>112.0</c:v>
                </c:pt>
                <c:pt idx="224">
                  <c:v>112.0</c:v>
                </c:pt>
                <c:pt idx="225">
                  <c:v>112.0</c:v>
                </c:pt>
                <c:pt idx="226">
                  <c:v>112.0</c:v>
                </c:pt>
                <c:pt idx="227">
                  <c:v>112.0</c:v>
                </c:pt>
                <c:pt idx="228">
                  <c:v>112.0</c:v>
                </c:pt>
                <c:pt idx="229">
                  <c:v>112.0</c:v>
                </c:pt>
                <c:pt idx="230">
                  <c:v>112.0</c:v>
                </c:pt>
                <c:pt idx="231">
                  <c:v>112.0</c:v>
                </c:pt>
                <c:pt idx="232">
                  <c:v>112.0</c:v>
                </c:pt>
                <c:pt idx="233">
                  <c:v>112.0</c:v>
                </c:pt>
                <c:pt idx="234">
                  <c:v>112.0</c:v>
                </c:pt>
                <c:pt idx="235">
                  <c:v>112.0</c:v>
                </c:pt>
                <c:pt idx="236">
                  <c:v>112.0</c:v>
                </c:pt>
                <c:pt idx="237">
                  <c:v>112.0</c:v>
                </c:pt>
                <c:pt idx="238">
                  <c:v>112.0</c:v>
                </c:pt>
                <c:pt idx="239">
                  <c:v>112.0</c:v>
                </c:pt>
                <c:pt idx="240">
                  <c:v>112.0</c:v>
                </c:pt>
                <c:pt idx="241">
                  <c:v>112.0</c:v>
                </c:pt>
                <c:pt idx="242">
                  <c:v>112.0</c:v>
                </c:pt>
                <c:pt idx="243">
                  <c:v>112.0</c:v>
                </c:pt>
                <c:pt idx="244">
                  <c:v>112.0</c:v>
                </c:pt>
                <c:pt idx="245">
                  <c:v>112.0</c:v>
                </c:pt>
                <c:pt idx="246">
                  <c:v>112.0</c:v>
                </c:pt>
                <c:pt idx="247">
                  <c:v>112.0</c:v>
                </c:pt>
                <c:pt idx="248">
                  <c:v>112.0</c:v>
                </c:pt>
                <c:pt idx="249">
                  <c:v>112.0</c:v>
                </c:pt>
                <c:pt idx="250">
                  <c:v>112.0</c:v>
                </c:pt>
                <c:pt idx="251">
                  <c:v>112.0</c:v>
                </c:pt>
                <c:pt idx="252">
                  <c:v>112.0</c:v>
                </c:pt>
                <c:pt idx="253">
                  <c:v>112.0</c:v>
                </c:pt>
                <c:pt idx="254">
                  <c:v>112.0</c:v>
                </c:pt>
                <c:pt idx="255">
                  <c:v>112.0</c:v>
                </c:pt>
                <c:pt idx="256">
                  <c:v>112.0</c:v>
                </c:pt>
                <c:pt idx="257">
                  <c:v>112.0</c:v>
                </c:pt>
                <c:pt idx="258">
                  <c:v>112.0</c:v>
                </c:pt>
                <c:pt idx="259">
                  <c:v>112.0</c:v>
                </c:pt>
                <c:pt idx="260">
                  <c:v>112.0</c:v>
                </c:pt>
                <c:pt idx="261">
                  <c:v>112.0</c:v>
                </c:pt>
                <c:pt idx="262">
                  <c:v>112.0</c:v>
                </c:pt>
                <c:pt idx="263">
                  <c:v>112.0</c:v>
                </c:pt>
                <c:pt idx="264">
                  <c:v>112.0</c:v>
                </c:pt>
                <c:pt idx="265">
                  <c:v>112.0</c:v>
                </c:pt>
                <c:pt idx="266">
                  <c:v>112.0</c:v>
                </c:pt>
                <c:pt idx="267">
                  <c:v>112.0</c:v>
                </c:pt>
                <c:pt idx="268">
                  <c:v>112.0</c:v>
                </c:pt>
                <c:pt idx="269">
                  <c:v>112.0</c:v>
                </c:pt>
                <c:pt idx="270">
                  <c:v>112.0</c:v>
                </c:pt>
                <c:pt idx="271">
                  <c:v>112.0</c:v>
                </c:pt>
                <c:pt idx="272">
                  <c:v>112.0</c:v>
                </c:pt>
                <c:pt idx="273">
                  <c:v>112.0</c:v>
                </c:pt>
                <c:pt idx="274">
                  <c:v>112.0</c:v>
                </c:pt>
                <c:pt idx="275">
                  <c:v>112.0</c:v>
                </c:pt>
                <c:pt idx="276">
                  <c:v>112.0</c:v>
                </c:pt>
                <c:pt idx="277">
                  <c:v>112.0</c:v>
                </c:pt>
                <c:pt idx="278">
                  <c:v>112.0</c:v>
                </c:pt>
                <c:pt idx="279">
                  <c:v>112.0</c:v>
                </c:pt>
                <c:pt idx="280">
                  <c:v>112.0</c:v>
                </c:pt>
                <c:pt idx="281">
                  <c:v>112.0</c:v>
                </c:pt>
                <c:pt idx="282">
                  <c:v>112.0</c:v>
                </c:pt>
                <c:pt idx="283">
                  <c:v>112.0</c:v>
                </c:pt>
                <c:pt idx="284">
                  <c:v>112.0</c:v>
                </c:pt>
                <c:pt idx="285">
                  <c:v>112.0</c:v>
                </c:pt>
                <c:pt idx="286">
                  <c:v>112.0</c:v>
                </c:pt>
                <c:pt idx="287">
                  <c:v>112.0</c:v>
                </c:pt>
                <c:pt idx="288">
                  <c:v>112.0</c:v>
                </c:pt>
                <c:pt idx="289">
                  <c:v>112.0</c:v>
                </c:pt>
                <c:pt idx="290">
                  <c:v>112.0</c:v>
                </c:pt>
                <c:pt idx="291">
                  <c:v>112.0</c:v>
                </c:pt>
                <c:pt idx="292">
                  <c:v>112.0</c:v>
                </c:pt>
                <c:pt idx="293">
                  <c:v>112.0</c:v>
                </c:pt>
                <c:pt idx="294">
                  <c:v>112.0</c:v>
                </c:pt>
                <c:pt idx="295">
                  <c:v>112.0</c:v>
                </c:pt>
                <c:pt idx="296">
                  <c:v>112.0</c:v>
                </c:pt>
                <c:pt idx="297">
                  <c:v>112.0</c:v>
                </c:pt>
                <c:pt idx="298">
                  <c:v>112.0</c:v>
                </c:pt>
                <c:pt idx="299">
                  <c:v>112.0</c:v>
                </c:pt>
                <c:pt idx="300">
                  <c:v>112.0</c:v>
                </c:pt>
                <c:pt idx="301">
                  <c:v>112.0</c:v>
                </c:pt>
                <c:pt idx="302">
                  <c:v>112.0</c:v>
                </c:pt>
                <c:pt idx="303">
                  <c:v>112.0</c:v>
                </c:pt>
                <c:pt idx="304">
                  <c:v>112.0</c:v>
                </c:pt>
                <c:pt idx="305">
                  <c:v>112.0</c:v>
                </c:pt>
                <c:pt idx="306">
                  <c:v>112.0</c:v>
                </c:pt>
                <c:pt idx="307">
                  <c:v>112.0</c:v>
                </c:pt>
                <c:pt idx="308">
                  <c:v>112.0</c:v>
                </c:pt>
                <c:pt idx="309">
                  <c:v>112.0</c:v>
                </c:pt>
                <c:pt idx="310">
                  <c:v>112.0</c:v>
                </c:pt>
                <c:pt idx="311">
                  <c:v>112.0</c:v>
                </c:pt>
                <c:pt idx="312">
                  <c:v>112.0</c:v>
                </c:pt>
                <c:pt idx="313">
                  <c:v>112.0</c:v>
                </c:pt>
                <c:pt idx="314">
                  <c:v>112.0</c:v>
                </c:pt>
                <c:pt idx="315">
                  <c:v>112.0</c:v>
                </c:pt>
                <c:pt idx="316">
                  <c:v>112.0</c:v>
                </c:pt>
                <c:pt idx="317">
                  <c:v>112.0</c:v>
                </c:pt>
                <c:pt idx="318">
                  <c:v>112.0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Stop 98</c:v>
                </c:pt>
              </c:strCache>
            </c:strRef>
          </c:tx>
          <c:spPr>
            <a:ln w="15875">
              <a:solidFill>
                <a:srgbClr val="767576"/>
              </a:solidFill>
              <a:prstDash val="dash"/>
            </a:ln>
          </c:spPr>
          <c:marker>
            <c:symbol val="none"/>
          </c:marker>
          <c:cat>
            <c:strRef>
              <c:f>Sheet1!$A$2:$A$320</c:f>
              <c:strCache>
                <c:ptCount val="319"/>
                <c:pt idx="0">
                  <c:v>2000</c:v>
                </c:pt>
                <c:pt idx="1">
                  <c:v>2000</c:v>
                </c:pt>
                <c:pt idx="2">
                  <c:v>2000</c:v>
                </c:pt>
                <c:pt idx="3">
                  <c:v>2000</c:v>
                </c:pt>
                <c:pt idx="4">
                  <c:v>2000</c:v>
                </c:pt>
                <c:pt idx="5">
                  <c:v>2000</c:v>
                </c:pt>
                <c:pt idx="6">
                  <c:v>2000</c:v>
                </c:pt>
                <c:pt idx="7">
                  <c:v>2000</c:v>
                </c:pt>
                <c:pt idx="8">
                  <c:v>2000</c:v>
                </c:pt>
                <c:pt idx="9">
                  <c:v>2000</c:v>
                </c:pt>
                <c:pt idx="10">
                  <c:v>2000</c:v>
                </c:pt>
                <c:pt idx="11">
                  <c:v>2000</c:v>
                </c:pt>
                <c:pt idx="12">
                  <c:v>2001</c:v>
                </c:pt>
                <c:pt idx="13">
                  <c:v>2001</c:v>
                </c:pt>
                <c:pt idx="14">
                  <c:v>2001</c:v>
                </c:pt>
                <c:pt idx="15">
                  <c:v>2001</c:v>
                </c:pt>
                <c:pt idx="16">
                  <c:v>2001</c:v>
                </c:pt>
                <c:pt idx="17">
                  <c:v>2001</c:v>
                </c:pt>
                <c:pt idx="18">
                  <c:v>2001</c:v>
                </c:pt>
                <c:pt idx="19">
                  <c:v>2001</c:v>
                </c:pt>
                <c:pt idx="20">
                  <c:v>2001</c:v>
                </c:pt>
                <c:pt idx="21">
                  <c:v>2001</c:v>
                </c:pt>
                <c:pt idx="22">
                  <c:v>2001</c:v>
                </c:pt>
                <c:pt idx="23">
                  <c:v>2001</c:v>
                </c:pt>
                <c:pt idx="24">
                  <c:v>2002</c:v>
                </c:pt>
                <c:pt idx="25">
                  <c:v>2002</c:v>
                </c:pt>
                <c:pt idx="26">
                  <c:v>2002</c:v>
                </c:pt>
                <c:pt idx="27">
                  <c:v>2002</c:v>
                </c:pt>
                <c:pt idx="28">
                  <c:v>2002</c:v>
                </c:pt>
                <c:pt idx="29">
                  <c:v>2002</c:v>
                </c:pt>
                <c:pt idx="30">
                  <c:v>2002</c:v>
                </c:pt>
                <c:pt idx="31">
                  <c:v>2002</c:v>
                </c:pt>
                <c:pt idx="32">
                  <c:v>2002</c:v>
                </c:pt>
                <c:pt idx="33">
                  <c:v>2002</c:v>
                </c:pt>
                <c:pt idx="34">
                  <c:v>2002</c:v>
                </c:pt>
                <c:pt idx="35">
                  <c:v>2002</c:v>
                </c:pt>
                <c:pt idx="36">
                  <c:v>2003</c:v>
                </c:pt>
                <c:pt idx="37">
                  <c:v>2003</c:v>
                </c:pt>
                <c:pt idx="38">
                  <c:v>2003</c:v>
                </c:pt>
                <c:pt idx="39">
                  <c:v>2003</c:v>
                </c:pt>
                <c:pt idx="40">
                  <c:v>2003</c:v>
                </c:pt>
                <c:pt idx="41">
                  <c:v>2003</c:v>
                </c:pt>
                <c:pt idx="42">
                  <c:v>2003</c:v>
                </c:pt>
                <c:pt idx="43">
                  <c:v>2003</c:v>
                </c:pt>
                <c:pt idx="44">
                  <c:v>2003</c:v>
                </c:pt>
                <c:pt idx="45">
                  <c:v>2003</c:v>
                </c:pt>
                <c:pt idx="46">
                  <c:v>2003</c:v>
                </c:pt>
                <c:pt idx="47">
                  <c:v>2003</c:v>
                </c:pt>
                <c:pt idx="48">
                  <c:v>2004</c:v>
                </c:pt>
                <c:pt idx="49">
                  <c:v>2004</c:v>
                </c:pt>
                <c:pt idx="50">
                  <c:v>2004</c:v>
                </c:pt>
                <c:pt idx="51">
                  <c:v>2004</c:v>
                </c:pt>
                <c:pt idx="52">
                  <c:v>2004</c:v>
                </c:pt>
                <c:pt idx="53">
                  <c:v>2004</c:v>
                </c:pt>
                <c:pt idx="54">
                  <c:v>2004</c:v>
                </c:pt>
                <c:pt idx="55">
                  <c:v>2004</c:v>
                </c:pt>
                <c:pt idx="56">
                  <c:v>2004</c:v>
                </c:pt>
                <c:pt idx="57">
                  <c:v>2004</c:v>
                </c:pt>
                <c:pt idx="58">
                  <c:v>2004</c:v>
                </c:pt>
                <c:pt idx="59">
                  <c:v>2004</c:v>
                </c:pt>
                <c:pt idx="60">
                  <c:v>2005</c:v>
                </c:pt>
                <c:pt idx="61">
                  <c:v>2005</c:v>
                </c:pt>
                <c:pt idx="62">
                  <c:v>2005</c:v>
                </c:pt>
                <c:pt idx="63">
                  <c:v>2005</c:v>
                </c:pt>
                <c:pt idx="64">
                  <c:v>2005</c:v>
                </c:pt>
                <c:pt idx="65">
                  <c:v>2005</c:v>
                </c:pt>
                <c:pt idx="66">
                  <c:v>2005</c:v>
                </c:pt>
                <c:pt idx="67">
                  <c:v>2005</c:v>
                </c:pt>
                <c:pt idx="68">
                  <c:v>2005</c:v>
                </c:pt>
                <c:pt idx="69">
                  <c:v>2005</c:v>
                </c:pt>
                <c:pt idx="70">
                  <c:v>2005</c:v>
                </c:pt>
                <c:pt idx="71">
                  <c:v>2005</c:v>
                </c:pt>
                <c:pt idx="72">
                  <c:v>2006</c:v>
                </c:pt>
                <c:pt idx="73">
                  <c:v>2006</c:v>
                </c:pt>
                <c:pt idx="74">
                  <c:v>2006</c:v>
                </c:pt>
                <c:pt idx="75">
                  <c:v>2006</c:v>
                </c:pt>
                <c:pt idx="76">
                  <c:v>2006</c:v>
                </c:pt>
                <c:pt idx="77">
                  <c:v>2006</c:v>
                </c:pt>
                <c:pt idx="78">
                  <c:v>2006</c:v>
                </c:pt>
                <c:pt idx="79">
                  <c:v>2006</c:v>
                </c:pt>
                <c:pt idx="80">
                  <c:v>2006</c:v>
                </c:pt>
                <c:pt idx="81">
                  <c:v>2006</c:v>
                </c:pt>
                <c:pt idx="82">
                  <c:v>2006</c:v>
                </c:pt>
                <c:pt idx="83">
                  <c:v>2006</c:v>
                </c:pt>
                <c:pt idx="84">
                  <c:v>2007</c:v>
                </c:pt>
                <c:pt idx="85">
                  <c:v>2007</c:v>
                </c:pt>
                <c:pt idx="86">
                  <c:v>2007</c:v>
                </c:pt>
                <c:pt idx="87">
                  <c:v>2007</c:v>
                </c:pt>
                <c:pt idx="88">
                  <c:v>2007</c:v>
                </c:pt>
                <c:pt idx="89">
                  <c:v>2007</c:v>
                </c:pt>
                <c:pt idx="90">
                  <c:v>2007</c:v>
                </c:pt>
                <c:pt idx="91">
                  <c:v>2007</c:v>
                </c:pt>
                <c:pt idx="92">
                  <c:v>2007</c:v>
                </c:pt>
                <c:pt idx="93">
                  <c:v>2007</c:v>
                </c:pt>
                <c:pt idx="94">
                  <c:v>2007</c:v>
                </c:pt>
                <c:pt idx="95">
                  <c:v>2007</c:v>
                </c:pt>
                <c:pt idx="96">
                  <c:v>2008</c:v>
                </c:pt>
                <c:pt idx="97">
                  <c:v>2008</c:v>
                </c:pt>
                <c:pt idx="98">
                  <c:v>2008</c:v>
                </c:pt>
                <c:pt idx="99">
                  <c:v>2008</c:v>
                </c:pt>
                <c:pt idx="100">
                  <c:v>2008</c:v>
                </c:pt>
                <c:pt idx="101">
                  <c:v>2008</c:v>
                </c:pt>
                <c:pt idx="102">
                  <c:v>2008</c:v>
                </c:pt>
                <c:pt idx="103">
                  <c:v>2008</c:v>
                </c:pt>
                <c:pt idx="104">
                  <c:v>2008</c:v>
                </c:pt>
                <c:pt idx="105">
                  <c:v>2008</c:v>
                </c:pt>
                <c:pt idx="106">
                  <c:v>2008</c:v>
                </c:pt>
                <c:pt idx="107">
                  <c:v>2008</c:v>
                </c:pt>
                <c:pt idx="108">
                  <c:v>2009</c:v>
                </c:pt>
                <c:pt idx="109">
                  <c:v>2009</c:v>
                </c:pt>
                <c:pt idx="110">
                  <c:v>2009</c:v>
                </c:pt>
                <c:pt idx="111">
                  <c:v>2009</c:v>
                </c:pt>
                <c:pt idx="112">
                  <c:v>2009</c:v>
                </c:pt>
                <c:pt idx="113">
                  <c:v>2009</c:v>
                </c:pt>
                <c:pt idx="114">
                  <c:v>2009</c:v>
                </c:pt>
                <c:pt idx="115">
                  <c:v>2009</c:v>
                </c:pt>
                <c:pt idx="116">
                  <c:v>2009</c:v>
                </c:pt>
                <c:pt idx="117">
                  <c:v>2009</c:v>
                </c:pt>
                <c:pt idx="118">
                  <c:v>2009</c:v>
                </c:pt>
                <c:pt idx="119">
                  <c:v>2009</c:v>
                </c:pt>
                <c:pt idx="120">
                  <c:v>2010</c:v>
                </c:pt>
                <c:pt idx="121">
                  <c:v>2010</c:v>
                </c:pt>
                <c:pt idx="122">
                  <c:v>2010</c:v>
                </c:pt>
                <c:pt idx="123">
                  <c:v>2010</c:v>
                </c:pt>
                <c:pt idx="124">
                  <c:v>2010</c:v>
                </c:pt>
                <c:pt idx="125">
                  <c:v>2010</c:v>
                </c:pt>
                <c:pt idx="126">
                  <c:v>2010</c:v>
                </c:pt>
                <c:pt idx="127">
                  <c:v>2010</c:v>
                </c:pt>
                <c:pt idx="128">
                  <c:v>2010</c:v>
                </c:pt>
                <c:pt idx="129">
                  <c:v>2010</c:v>
                </c:pt>
                <c:pt idx="130">
                  <c:v>2010</c:v>
                </c:pt>
                <c:pt idx="131">
                  <c:v>2010</c:v>
                </c:pt>
                <c:pt idx="132">
                  <c:v>2011</c:v>
                </c:pt>
                <c:pt idx="133">
                  <c:v>2011</c:v>
                </c:pt>
                <c:pt idx="134">
                  <c:v>2011</c:v>
                </c:pt>
                <c:pt idx="135">
                  <c:v>2011</c:v>
                </c:pt>
                <c:pt idx="136">
                  <c:v>2011</c:v>
                </c:pt>
                <c:pt idx="137">
                  <c:v>2011</c:v>
                </c:pt>
                <c:pt idx="138">
                  <c:v>2011</c:v>
                </c:pt>
                <c:pt idx="139">
                  <c:v>2011</c:v>
                </c:pt>
                <c:pt idx="140">
                  <c:v>2011</c:v>
                </c:pt>
                <c:pt idx="141">
                  <c:v>2011</c:v>
                </c:pt>
                <c:pt idx="142">
                  <c:v>2011</c:v>
                </c:pt>
                <c:pt idx="143">
                  <c:v>2011</c:v>
                </c:pt>
                <c:pt idx="144">
                  <c:v>2012</c:v>
                </c:pt>
                <c:pt idx="145">
                  <c:v>2012</c:v>
                </c:pt>
                <c:pt idx="146">
                  <c:v>2012</c:v>
                </c:pt>
                <c:pt idx="147">
                  <c:v>2012</c:v>
                </c:pt>
                <c:pt idx="148">
                  <c:v>2012</c:v>
                </c:pt>
                <c:pt idx="149">
                  <c:v>2012</c:v>
                </c:pt>
                <c:pt idx="150">
                  <c:v>2012</c:v>
                </c:pt>
                <c:pt idx="151">
                  <c:v>2012</c:v>
                </c:pt>
                <c:pt idx="152">
                  <c:v>2012</c:v>
                </c:pt>
                <c:pt idx="153">
                  <c:v>2012</c:v>
                </c:pt>
                <c:pt idx="154">
                  <c:v>2012</c:v>
                </c:pt>
                <c:pt idx="155">
                  <c:v>2012</c:v>
                </c:pt>
                <c:pt idx="156">
                  <c:v>2013</c:v>
                </c:pt>
                <c:pt idx="157">
                  <c:v>2013</c:v>
                </c:pt>
                <c:pt idx="158">
                  <c:v>2013</c:v>
                </c:pt>
                <c:pt idx="159">
                  <c:v>2013</c:v>
                </c:pt>
                <c:pt idx="160">
                  <c:v>2013</c:v>
                </c:pt>
                <c:pt idx="161">
                  <c:v>2013</c:v>
                </c:pt>
                <c:pt idx="162">
                  <c:v>2013</c:v>
                </c:pt>
                <c:pt idx="163">
                  <c:v>2013</c:v>
                </c:pt>
                <c:pt idx="164">
                  <c:v>2013</c:v>
                </c:pt>
                <c:pt idx="165">
                  <c:v>2013</c:v>
                </c:pt>
                <c:pt idx="166">
                  <c:v>2013</c:v>
                </c:pt>
                <c:pt idx="167">
                  <c:v>2013</c:v>
                </c:pt>
                <c:pt idx="168">
                  <c:v>2014</c:v>
                </c:pt>
                <c:pt idx="169">
                  <c:v>2014</c:v>
                </c:pt>
                <c:pt idx="170">
                  <c:v>2014</c:v>
                </c:pt>
                <c:pt idx="171">
                  <c:v>2014</c:v>
                </c:pt>
                <c:pt idx="172">
                  <c:v>2014</c:v>
                </c:pt>
                <c:pt idx="173">
                  <c:v>2014</c:v>
                </c:pt>
                <c:pt idx="174">
                  <c:v>2014</c:v>
                </c:pt>
                <c:pt idx="175">
                  <c:v>2014</c:v>
                </c:pt>
                <c:pt idx="176">
                  <c:v>2014</c:v>
                </c:pt>
                <c:pt idx="177">
                  <c:v>2014</c:v>
                </c:pt>
                <c:pt idx="178">
                  <c:v>2014</c:v>
                </c:pt>
                <c:pt idx="179">
                  <c:v>2014</c:v>
                </c:pt>
                <c:pt idx="180">
                  <c:v>2015</c:v>
                </c:pt>
                <c:pt idx="181">
                  <c:v>2015</c:v>
                </c:pt>
                <c:pt idx="182">
                  <c:v>2015</c:v>
                </c:pt>
                <c:pt idx="183">
                  <c:v>2015</c:v>
                </c:pt>
                <c:pt idx="184">
                  <c:v>2015</c:v>
                </c:pt>
                <c:pt idx="185">
                  <c:v>2015</c:v>
                </c:pt>
                <c:pt idx="186">
                  <c:v>2015</c:v>
                </c:pt>
                <c:pt idx="187">
                  <c:v>2015</c:v>
                </c:pt>
                <c:pt idx="188">
                  <c:v>2015</c:v>
                </c:pt>
                <c:pt idx="189">
                  <c:v>2015</c:v>
                </c:pt>
                <c:pt idx="190">
                  <c:v>2015</c:v>
                </c:pt>
                <c:pt idx="191">
                  <c:v>2015</c:v>
                </c:pt>
                <c:pt idx="192">
                  <c:v>2016</c:v>
                </c:pt>
                <c:pt idx="193">
                  <c:v>2016</c:v>
                </c:pt>
                <c:pt idx="194">
                  <c:v>2016</c:v>
                </c:pt>
                <c:pt idx="195">
                  <c:v>2016</c:v>
                </c:pt>
                <c:pt idx="196">
                  <c:v>2016</c:v>
                </c:pt>
                <c:pt idx="197">
                  <c:v>2016</c:v>
                </c:pt>
                <c:pt idx="198">
                  <c:v>2016</c:v>
                </c:pt>
                <c:pt idx="199">
                  <c:v>2016</c:v>
                </c:pt>
                <c:pt idx="200">
                  <c:v>2016</c:v>
                </c:pt>
                <c:pt idx="201">
                  <c:v>2016</c:v>
                </c:pt>
                <c:pt idx="202">
                  <c:v>2016</c:v>
                </c:pt>
                <c:pt idx="203">
                  <c:v>2016</c:v>
                </c:pt>
                <c:pt idx="204">
                  <c:v>2017</c:v>
                </c:pt>
                <c:pt idx="205">
                  <c:v>2017</c:v>
                </c:pt>
                <c:pt idx="206">
                  <c:v>2017</c:v>
                </c:pt>
                <c:pt idx="207">
                  <c:v>2017</c:v>
                </c:pt>
                <c:pt idx="208">
                  <c:v>2017</c:v>
                </c:pt>
                <c:pt idx="209">
                  <c:v>2017</c:v>
                </c:pt>
                <c:pt idx="210">
                  <c:v>2017</c:v>
                </c:pt>
                <c:pt idx="211">
                  <c:v>2017</c:v>
                </c:pt>
                <c:pt idx="212">
                  <c:v>2017</c:v>
                </c:pt>
                <c:pt idx="213">
                  <c:v>2017</c:v>
                </c:pt>
                <c:pt idx="214">
                  <c:v>2017</c:v>
                </c:pt>
                <c:pt idx="215">
                  <c:v>2017</c:v>
                </c:pt>
                <c:pt idx="216">
                  <c:v>2018</c:v>
                </c:pt>
                <c:pt idx="217">
                  <c:v>2018</c:v>
                </c:pt>
                <c:pt idx="218">
                  <c:v>2018</c:v>
                </c:pt>
                <c:pt idx="219">
                  <c:v>2018</c:v>
                </c:pt>
                <c:pt idx="220">
                  <c:v>2018</c:v>
                </c:pt>
                <c:pt idx="221">
                  <c:v>2018</c:v>
                </c:pt>
                <c:pt idx="222">
                  <c:v>2018</c:v>
                </c:pt>
                <c:pt idx="223">
                  <c:v>2018</c:v>
                </c:pt>
                <c:pt idx="224">
                  <c:v>2018</c:v>
                </c:pt>
                <c:pt idx="225">
                  <c:v>2018</c:v>
                </c:pt>
                <c:pt idx="226">
                  <c:v>2018</c:v>
                </c:pt>
                <c:pt idx="227">
                  <c:v>2018</c:v>
                </c:pt>
                <c:pt idx="228">
                  <c:v>2019</c:v>
                </c:pt>
                <c:pt idx="229">
                  <c:v>2019</c:v>
                </c:pt>
                <c:pt idx="230">
                  <c:v>2019</c:v>
                </c:pt>
                <c:pt idx="231">
                  <c:v>2019</c:v>
                </c:pt>
                <c:pt idx="232">
                  <c:v>2019</c:v>
                </c:pt>
                <c:pt idx="233">
                  <c:v>2019</c:v>
                </c:pt>
                <c:pt idx="234">
                  <c:v>2019</c:v>
                </c:pt>
                <c:pt idx="235">
                  <c:v>2019</c:v>
                </c:pt>
                <c:pt idx="236">
                  <c:v>2019</c:v>
                </c:pt>
                <c:pt idx="237">
                  <c:v>2019</c:v>
                </c:pt>
                <c:pt idx="238">
                  <c:v>2019</c:v>
                </c:pt>
                <c:pt idx="239">
                  <c:v>2019</c:v>
                </c:pt>
                <c:pt idx="240">
                  <c:v>2020</c:v>
                </c:pt>
                <c:pt idx="241">
                  <c:v>2020</c:v>
                </c:pt>
                <c:pt idx="242">
                  <c:v>2020</c:v>
                </c:pt>
                <c:pt idx="243">
                  <c:v>2020</c:v>
                </c:pt>
                <c:pt idx="244">
                  <c:v>2020</c:v>
                </c:pt>
                <c:pt idx="245">
                  <c:v>2020</c:v>
                </c:pt>
                <c:pt idx="246">
                  <c:v>2020</c:v>
                </c:pt>
                <c:pt idx="247">
                  <c:v>2020</c:v>
                </c:pt>
                <c:pt idx="248">
                  <c:v>2020</c:v>
                </c:pt>
                <c:pt idx="249">
                  <c:v>2020</c:v>
                </c:pt>
                <c:pt idx="250">
                  <c:v>2020</c:v>
                </c:pt>
                <c:pt idx="251">
                  <c:v>2020</c:v>
                </c:pt>
                <c:pt idx="252">
                  <c:v>2021</c:v>
                </c:pt>
                <c:pt idx="253">
                  <c:v>2021</c:v>
                </c:pt>
                <c:pt idx="254">
                  <c:v>2021</c:v>
                </c:pt>
                <c:pt idx="255">
                  <c:v>2021</c:v>
                </c:pt>
                <c:pt idx="256">
                  <c:v>2021</c:v>
                </c:pt>
                <c:pt idx="257">
                  <c:v>2021</c:v>
                </c:pt>
                <c:pt idx="258">
                  <c:v>2021</c:v>
                </c:pt>
                <c:pt idx="259">
                  <c:v>2021</c:v>
                </c:pt>
                <c:pt idx="260">
                  <c:v>2021</c:v>
                </c:pt>
                <c:pt idx="261">
                  <c:v>2021</c:v>
                </c:pt>
                <c:pt idx="262">
                  <c:v>2021</c:v>
                </c:pt>
                <c:pt idx="263">
                  <c:v>2021</c:v>
                </c:pt>
                <c:pt idx="264">
                  <c:v>2022</c:v>
                </c:pt>
                <c:pt idx="265">
                  <c:v>2022</c:v>
                </c:pt>
                <c:pt idx="266">
                  <c:v>2022</c:v>
                </c:pt>
                <c:pt idx="267">
                  <c:v>2022</c:v>
                </c:pt>
                <c:pt idx="268">
                  <c:v>2022</c:v>
                </c:pt>
                <c:pt idx="269">
                  <c:v>2022</c:v>
                </c:pt>
                <c:pt idx="270">
                  <c:v>2022</c:v>
                </c:pt>
                <c:pt idx="271">
                  <c:v>2022</c:v>
                </c:pt>
                <c:pt idx="272">
                  <c:v>2022</c:v>
                </c:pt>
                <c:pt idx="273">
                  <c:v>2022</c:v>
                </c:pt>
                <c:pt idx="274">
                  <c:v>2022</c:v>
                </c:pt>
                <c:pt idx="275">
                  <c:v>2022</c:v>
                </c:pt>
                <c:pt idx="276">
                  <c:v>2023</c:v>
                </c:pt>
                <c:pt idx="277">
                  <c:v>2023</c:v>
                </c:pt>
                <c:pt idx="278">
                  <c:v>2023</c:v>
                </c:pt>
                <c:pt idx="279">
                  <c:v>2023</c:v>
                </c:pt>
                <c:pt idx="280">
                  <c:v>2023</c:v>
                </c:pt>
                <c:pt idx="281">
                  <c:v>2023</c:v>
                </c:pt>
                <c:pt idx="282">
                  <c:v>2023</c:v>
                </c:pt>
                <c:pt idx="283">
                  <c:v>2023</c:v>
                </c:pt>
                <c:pt idx="284">
                  <c:v>2023</c:v>
                </c:pt>
                <c:pt idx="285">
                  <c:v>2023</c:v>
                </c:pt>
                <c:pt idx="286">
                  <c:v>2023</c:v>
                </c:pt>
                <c:pt idx="287">
                  <c:v>2023</c:v>
                </c:pt>
                <c:pt idx="288">
                  <c:v>2024</c:v>
                </c:pt>
                <c:pt idx="289">
                  <c:v>2024</c:v>
                </c:pt>
                <c:pt idx="290">
                  <c:v>2024</c:v>
                </c:pt>
                <c:pt idx="291">
                  <c:v>2024</c:v>
                </c:pt>
                <c:pt idx="292">
                  <c:v>2024</c:v>
                </c:pt>
                <c:pt idx="293">
                  <c:v>2024</c:v>
                </c:pt>
                <c:pt idx="294">
                  <c:v>2024</c:v>
                </c:pt>
                <c:pt idx="295">
                  <c:v>2024</c:v>
                </c:pt>
                <c:pt idx="296">
                  <c:v>2024</c:v>
                </c:pt>
                <c:pt idx="297">
                  <c:v>2024</c:v>
                </c:pt>
                <c:pt idx="298">
                  <c:v>2024</c:v>
                </c:pt>
                <c:pt idx="299">
                  <c:v>2024</c:v>
                </c:pt>
                <c:pt idx="300">
                  <c:v>2025</c:v>
                </c:pt>
                <c:pt idx="301">
                  <c:v>2025</c:v>
                </c:pt>
                <c:pt idx="302">
                  <c:v>2025</c:v>
                </c:pt>
                <c:pt idx="303">
                  <c:v>2025</c:v>
                </c:pt>
                <c:pt idx="304">
                  <c:v>2025</c:v>
                </c:pt>
                <c:pt idx="305">
                  <c:v>2025</c:v>
                </c:pt>
                <c:pt idx="306">
                  <c:v>2025</c:v>
                </c:pt>
                <c:pt idx="307">
                  <c:v>2025</c:v>
                </c:pt>
                <c:pt idx="308">
                  <c:v>2025</c:v>
                </c:pt>
                <c:pt idx="309">
                  <c:v>2025</c:v>
                </c:pt>
                <c:pt idx="310">
                  <c:v>2025</c:v>
                </c:pt>
                <c:pt idx="311">
                  <c:v>2025</c:v>
                </c:pt>
                <c:pt idx="312">
                  <c:v>2026</c:v>
                </c:pt>
                <c:pt idx="313">
                  <c:v>2026</c:v>
                </c:pt>
                <c:pt idx="314">
                  <c:v>2026</c:v>
                </c:pt>
                <c:pt idx="315">
                  <c:v>2026</c:v>
                </c:pt>
                <c:pt idx="316">
                  <c:v>2026</c:v>
                </c:pt>
                <c:pt idx="317">
                  <c:v>2026</c:v>
                </c:pt>
                <c:pt idx="318">
                  <c:v>2026</c:v>
                </c:pt>
              </c:strCache>
            </c:strRef>
          </c:cat>
          <c:val>
            <c:numRef>
              <c:f>Sheet1!$E$2:$E$320</c:f>
              <c:numCache>
                <c:formatCode>General</c:formatCode>
                <c:ptCount val="319"/>
                <c:pt idx="0">
                  <c:v>98.0</c:v>
                </c:pt>
                <c:pt idx="1">
                  <c:v>98.0</c:v>
                </c:pt>
                <c:pt idx="2">
                  <c:v>98.0</c:v>
                </c:pt>
                <c:pt idx="3">
                  <c:v>98.0</c:v>
                </c:pt>
                <c:pt idx="4">
                  <c:v>98.0</c:v>
                </c:pt>
                <c:pt idx="5">
                  <c:v>98.0</c:v>
                </c:pt>
                <c:pt idx="6">
                  <c:v>98.0</c:v>
                </c:pt>
                <c:pt idx="7">
                  <c:v>98.0</c:v>
                </c:pt>
                <c:pt idx="8">
                  <c:v>98.0</c:v>
                </c:pt>
                <c:pt idx="9">
                  <c:v>98.0</c:v>
                </c:pt>
                <c:pt idx="10">
                  <c:v>98.0</c:v>
                </c:pt>
                <c:pt idx="11">
                  <c:v>98.0</c:v>
                </c:pt>
                <c:pt idx="12">
                  <c:v>98.0</c:v>
                </c:pt>
                <c:pt idx="13">
                  <c:v>98.0</c:v>
                </c:pt>
                <c:pt idx="14">
                  <c:v>98.0</c:v>
                </c:pt>
                <c:pt idx="15">
                  <c:v>98.0</c:v>
                </c:pt>
                <c:pt idx="16">
                  <c:v>98.0</c:v>
                </c:pt>
                <c:pt idx="17">
                  <c:v>98.0</c:v>
                </c:pt>
                <c:pt idx="18">
                  <c:v>98.0</c:v>
                </c:pt>
                <c:pt idx="19">
                  <c:v>98.0</c:v>
                </c:pt>
                <c:pt idx="20">
                  <c:v>98.0</c:v>
                </c:pt>
                <c:pt idx="21">
                  <c:v>98.0</c:v>
                </c:pt>
                <c:pt idx="22">
                  <c:v>98.0</c:v>
                </c:pt>
                <c:pt idx="23">
                  <c:v>98.0</c:v>
                </c:pt>
                <c:pt idx="24">
                  <c:v>98.0</c:v>
                </c:pt>
                <c:pt idx="25">
                  <c:v>98.0</c:v>
                </c:pt>
                <c:pt idx="26">
                  <c:v>98.0</c:v>
                </c:pt>
                <c:pt idx="27">
                  <c:v>98.0</c:v>
                </c:pt>
                <c:pt idx="28">
                  <c:v>98.0</c:v>
                </c:pt>
                <c:pt idx="29">
                  <c:v>98.0</c:v>
                </c:pt>
                <c:pt idx="30">
                  <c:v>98.0</c:v>
                </c:pt>
                <c:pt idx="31">
                  <c:v>98.0</c:v>
                </c:pt>
                <c:pt idx="32">
                  <c:v>98.0</c:v>
                </c:pt>
                <c:pt idx="33">
                  <c:v>98.0</c:v>
                </c:pt>
                <c:pt idx="34">
                  <c:v>98.0</c:v>
                </c:pt>
                <c:pt idx="35">
                  <c:v>98.0</c:v>
                </c:pt>
                <c:pt idx="36">
                  <c:v>98.0</c:v>
                </c:pt>
                <c:pt idx="37">
                  <c:v>98.0</c:v>
                </c:pt>
                <c:pt idx="38">
                  <c:v>98.0</c:v>
                </c:pt>
                <c:pt idx="39">
                  <c:v>98.0</c:v>
                </c:pt>
                <c:pt idx="40">
                  <c:v>98.0</c:v>
                </c:pt>
                <c:pt idx="41">
                  <c:v>98.0</c:v>
                </c:pt>
                <c:pt idx="42">
                  <c:v>98.0</c:v>
                </c:pt>
                <c:pt idx="43">
                  <c:v>98.0</c:v>
                </c:pt>
                <c:pt idx="44">
                  <c:v>98.0</c:v>
                </c:pt>
                <c:pt idx="45">
                  <c:v>98.0</c:v>
                </c:pt>
                <c:pt idx="46">
                  <c:v>98.0</c:v>
                </c:pt>
                <c:pt idx="47">
                  <c:v>98.0</c:v>
                </c:pt>
                <c:pt idx="48">
                  <c:v>98.0</c:v>
                </c:pt>
                <c:pt idx="49">
                  <c:v>98.0</c:v>
                </c:pt>
                <c:pt idx="50">
                  <c:v>98.0</c:v>
                </c:pt>
                <c:pt idx="51">
                  <c:v>98.0</c:v>
                </c:pt>
                <c:pt idx="52">
                  <c:v>98.0</c:v>
                </c:pt>
                <c:pt idx="53">
                  <c:v>98.0</c:v>
                </c:pt>
                <c:pt idx="54">
                  <c:v>98.0</c:v>
                </c:pt>
                <c:pt idx="55">
                  <c:v>98.0</c:v>
                </c:pt>
                <c:pt idx="56">
                  <c:v>98.0</c:v>
                </c:pt>
                <c:pt idx="57">
                  <c:v>98.0</c:v>
                </c:pt>
                <c:pt idx="58">
                  <c:v>98.0</c:v>
                </c:pt>
                <c:pt idx="59">
                  <c:v>98.0</c:v>
                </c:pt>
                <c:pt idx="60">
                  <c:v>98.0</c:v>
                </c:pt>
                <c:pt idx="61">
                  <c:v>98.0</c:v>
                </c:pt>
                <c:pt idx="62">
                  <c:v>98.0</c:v>
                </c:pt>
                <c:pt idx="63">
                  <c:v>98.0</c:v>
                </c:pt>
                <c:pt idx="64">
                  <c:v>98.0</c:v>
                </c:pt>
                <c:pt idx="65">
                  <c:v>98.0</c:v>
                </c:pt>
                <c:pt idx="66">
                  <c:v>98.0</c:v>
                </c:pt>
                <c:pt idx="67">
                  <c:v>98.0</c:v>
                </c:pt>
                <c:pt idx="68">
                  <c:v>98.0</c:v>
                </c:pt>
                <c:pt idx="69">
                  <c:v>98.0</c:v>
                </c:pt>
                <c:pt idx="70">
                  <c:v>98.0</c:v>
                </c:pt>
                <c:pt idx="71">
                  <c:v>98.0</c:v>
                </c:pt>
                <c:pt idx="72">
                  <c:v>98.0</c:v>
                </c:pt>
                <c:pt idx="73">
                  <c:v>98.0</c:v>
                </c:pt>
                <c:pt idx="74">
                  <c:v>98.0</c:v>
                </c:pt>
                <c:pt idx="75">
                  <c:v>98.0</c:v>
                </c:pt>
                <c:pt idx="76">
                  <c:v>98.0</c:v>
                </c:pt>
                <c:pt idx="77">
                  <c:v>98.0</c:v>
                </c:pt>
                <c:pt idx="78">
                  <c:v>98.0</c:v>
                </c:pt>
                <c:pt idx="79">
                  <c:v>98.0</c:v>
                </c:pt>
                <c:pt idx="80">
                  <c:v>98.0</c:v>
                </c:pt>
                <c:pt idx="81">
                  <c:v>98.0</c:v>
                </c:pt>
                <c:pt idx="82">
                  <c:v>98.0</c:v>
                </c:pt>
                <c:pt idx="83">
                  <c:v>98.0</c:v>
                </c:pt>
                <c:pt idx="84">
                  <c:v>98.0</c:v>
                </c:pt>
                <c:pt idx="85">
                  <c:v>98.0</c:v>
                </c:pt>
                <c:pt idx="86">
                  <c:v>98.0</c:v>
                </c:pt>
                <c:pt idx="87">
                  <c:v>98.0</c:v>
                </c:pt>
                <c:pt idx="88">
                  <c:v>98.0</c:v>
                </c:pt>
                <c:pt idx="89">
                  <c:v>98.0</c:v>
                </c:pt>
                <c:pt idx="90">
                  <c:v>98.0</c:v>
                </c:pt>
                <c:pt idx="91">
                  <c:v>98.0</c:v>
                </c:pt>
                <c:pt idx="92">
                  <c:v>98.0</c:v>
                </c:pt>
                <c:pt idx="93">
                  <c:v>98.0</c:v>
                </c:pt>
                <c:pt idx="94">
                  <c:v>98.0</c:v>
                </c:pt>
                <c:pt idx="95">
                  <c:v>98.0</c:v>
                </c:pt>
                <c:pt idx="96">
                  <c:v>98.0</c:v>
                </c:pt>
                <c:pt idx="97">
                  <c:v>98.0</c:v>
                </c:pt>
                <c:pt idx="98">
                  <c:v>98.0</c:v>
                </c:pt>
                <c:pt idx="99">
                  <c:v>98.0</c:v>
                </c:pt>
                <c:pt idx="100">
                  <c:v>98.0</c:v>
                </c:pt>
                <c:pt idx="101">
                  <c:v>98.0</c:v>
                </c:pt>
                <c:pt idx="102">
                  <c:v>98.0</c:v>
                </c:pt>
                <c:pt idx="103">
                  <c:v>98.0</c:v>
                </c:pt>
                <c:pt idx="104">
                  <c:v>98.0</c:v>
                </c:pt>
                <c:pt idx="105">
                  <c:v>98.0</c:v>
                </c:pt>
                <c:pt idx="106">
                  <c:v>98.0</c:v>
                </c:pt>
                <c:pt idx="107">
                  <c:v>98.0</c:v>
                </c:pt>
                <c:pt idx="108">
                  <c:v>98.0</c:v>
                </c:pt>
                <c:pt idx="109">
                  <c:v>98.0</c:v>
                </c:pt>
                <c:pt idx="110">
                  <c:v>98.0</c:v>
                </c:pt>
                <c:pt idx="111">
                  <c:v>98.0</c:v>
                </c:pt>
                <c:pt idx="112">
                  <c:v>98.0</c:v>
                </c:pt>
                <c:pt idx="113">
                  <c:v>98.0</c:v>
                </c:pt>
                <c:pt idx="114">
                  <c:v>98.0</c:v>
                </c:pt>
                <c:pt idx="115">
                  <c:v>98.0</c:v>
                </c:pt>
                <c:pt idx="116">
                  <c:v>98.0</c:v>
                </c:pt>
                <c:pt idx="117">
                  <c:v>98.0</c:v>
                </c:pt>
                <c:pt idx="118">
                  <c:v>98.0</c:v>
                </c:pt>
                <c:pt idx="119">
                  <c:v>98.0</c:v>
                </c:pt>
                <c:pt idx="120">
                  <c:v>98.0</c:v>
                </c:pt>
                <c:pt idx="121">
                  <c:v>98.0</c:v>
                </c:pt>
                <c:pt idx="122">
                  <c:v>98.0</c:v>
                </c:pt>
                <c:pt idx="123">
                  <c:v>98.0</c:v>
                </c:pt>
                <c:pt idx="124">
                  <c:v>98.0</c:v>
                </c:pt>
                <c:pt idx="125">
                  <c:v>98.0</c:v>
                </c:pt>
                <c:pt idx="126">
                  <c:v>98.0</c:v>
                </c:pt>
                <c:pt idx="127">
                  <c:v>98.0</c:v>
                </c:pt>
                <c:pt idx="128">
                  <c:v>98.0</c:v>
                </c:pt>
                <c:pt idx="129">
                  <c:v>98.0</c:v>
                </c:pt>
                <c:pt idx="130">
                  <c:v>98.0</c:v>
                </c:pt>
                <c:pt idx="131">
                  <c:v>98.0</c:v>
                </c:pt>
                <c:pt idx="132">
                  <c:v>98.0</c:v>
                </c:pt>
                <c:pt idx="133">
                  <c:v>98.0</c:v>
                </c:pt>
                <c:pt idx="134">
                  <c:v>98.0</c:v>
                </c:pt>
                <c:pt idx="135">
                  <c:v>98.0</c:v>
                </c:pt>
                <c:pt idx="136">
                  <c:v>98.0</c:v>
                </c:pt>
                <c:pt idx="137">
                  <c:v>98.0</c:v>
                </c:pt>
                <c:pt idx="138">
                  <c:v>98.0</c:v>
                </c:pt>
                <c:pt idx="139">
                  <c:v>98.0</c:v>
                </c:pt>
                <c:pt idx="140">
                  <c:v>98.0</c:v>
                </c:pt>
                <c:pt idx="141">
                  <c:v>98.0</c:v>
                </c:pt>
                <c:pt idx="142">
                  <c:v>98.0</c:v>
                </c:pt>
                <c:pt idx="143">
                  <c:v>98.0</c:v>
                </c:pt>
                <c:pt idx="144">
                  <c:v>98.0</c:v>
                </c:pt>
                <c:pt idx="145">
                  <c:v>98.0</c:v>
                </c:pt>
                <c:pt idx="146">
                  <c:v>98.0</c:v>
                </c:pt>
                <c:pt idx="147">
                  <c:v>98.0</c:v>
                </c:pt>
                <c:pt idx="148">
                  <c:v>98.0</c:v>
                </c:pt>
                <c:pt idx="149">
                  <c:v>98.0</c:v>
                </c:pt>
                <c:pt idx="150">
                  <c:v>98.0</c:v>
                </c:pt>
                <c:pt idx="151">
                  <c:v>98.0</c:v>
                </c:pt>
                <c:pt idx="152">
                  <c:v>98.0</c:v>
                </c:pt>
                <c:pt idx="153">
                  <c:v>98.0</c:v>
                </c:pt>
                <c:pt idx="154">
                  <c:v>98.0</c:v>
                </c:pt>
                <c:pt idx="155">
                  <c:v>98.0</c:v>
                </c:pt>
                <c:pt idx="156">
                  <c:v>98.0</c:v>
                </c:pt>
                <c:pt idx="157">
                  <c:v>98.0</c:v>
                </c:pt>
                <c:pt idx="158">
                  <c:v>98.0</c:v>
                </c:pt>
                <c:pt idx="159">
                  <c:v>98.0</c:v>
                </c:pt>
                <c:pt idx="160">
                  <c:v>98.0</c:v>
                </c:pt>
                <c:pt idx="161">
                  <c:v>98.0</c:v>
                </c:pt>
                <c:pt idx="162">
                  <c:v>98.0</c:v>
                </c:pt>
                <c:pt idx="163">
                  <c:v>98.0</c:v>
                </c:pt>
                <c:pt idx="164">
                  <c:v>98.0</c:v>
                </c:pt>
                <c:pt idx="165">
                  <c:v>98.0</c:v>
                </c:pt>
                <c:pt idx="166">
                  <c:v>98.0</c:v>
                </c:pt>
                <c:pt idx="167">
                  <c:v>98.0</c:v>
                </c:pt>
                <c:pt idx="168">
                  <c:v>98.0</c:v>
                </c:pt>
                <c:pt idx="169">
                  <c:v>98.0</c:v>
                </c:pt>
                <c:pt idx="170">
                  <c:v>98.0</c:v>
                </c:pt>
                <c:pt idx="171">
                  <c:v>98.0</c:v>
                </c:pt>
                <c:pt idx="172">
                  <c:v>98.0</c:v>
                </c:pt>
                <c:pt idx="173">
                  <c:v>98.0</c:v>
                </c:pt>
                <c:pt idx="174">
                  <c:v>98.0</c:v>
                </c:pt>
                <c:pt idx="175">
                  <c:v>98.0</c:v>
                </c:pt>
                <c:pt idx="176">
                  <c:v>98.0</c:v>
                </c:pt>
                <c:pt idx="177">
                  <c:v>98.0</c:v>
                </c:pt>
                <c:pt idx="178">
                  <c:v>98.0</c:v>
                </c:pt>
                <c:pt idx="179">
                  <c:v>98.0</c:v>
                </c:pt>
                <c:pt idx="180">
                  <c:v>98.0</c:v>
                </c:pt>
                <c:pt idx="181">
                  <c:v>98.0</c:v>
                </c:pt>
                <c:pt idx="182">
                  <c:v>98.0</c:v>
                </c:pt>
                <c:pt idx="183">
                  <c:v>98.0</c:v>
                </c:pt>
                <c:pt idx="184">
                  <c:v>98.0</c:v>
                </c:pt>
                <c:pt idx="185">
                  <c:v>98.0</c:v>
                </c:pt>
                <c:pt idx="186">
                  <c:v>98.0</c:v>
                </c:pt>
                <c:pt idx="187">
                  <c:v>98.0</c:v>
                </c:pt>
                <c:pt idx="188">
                  <c:v>98.0</c:v>
                </c:pt>
                <c:pt idx="189">
                  <c:v>98.0</c:v>
                </c:pt>
                <c:pt idx="190">
                  <c:v>98.0</c:v>
                </c:pt>
                <c:pt idx="191">
                  <c:v>98.0</c:v>
                </c:pt>
                <c:pt idx="192">
                  <c:v>98.0</c:v>
                </c:pt>
                <c:pt idx="193">
                  <c:v>98.0</c:v>
                </c:pt>
                <c:pt idx="194">
                  <c:v>98.0</c:v>
                </c:pt>
                <c:pt idx="195">
                  <c:v>98.0</c:v>
                </c:pt>
                <c:pt idx="196">
                  <c:v>98.0</c:v>
                </c:pt>
                <c:pt idx="197">
                  <c:v>98.0</c:v>
                </c:pt>
                <c:pt idx="198">
                  <c:v>98.0</c:v>
                </c:pt>
                <c:pt idx="199">
                  <c:v>98.0</c:v>
                </c:pt>
                <c:pt idx="200">
                  <c:v>98.0</c:v>
                </c:pt>
                <c:pt idx="201">
                  <c:v>98.0</c:v>
                </c:pt>
                <c:pt idx="202">
                  <c:v>98.0</c:v>
                </c:pt>
                <c:pt idx="203">
                  <c:v>98.0</c:v>
                </c:pt>
                <c:pt idx="204">
                  <c:v>98.0</c:v>
                </c:pt>
                <c:pt idx="205">
                  <c:v>98.0</c:v>
                </c:pt>
                <c:pt idx="206">
                  <c:v>98.0</c:v>
                </c:pt>
                <c:pt idx="207">
                  <c:v>98.0</c:v>
                </c:pt>
                <c:pt idx="208">
                  <c:v>98.0</c:v>
                </c:pt>
                <c:pt idx="209">
                  <c:v>98.0</c:v>
                </c:pt>
                <c:pt idx="210">
                  <c:v>98.0</c:v>
                </c:pt>
                <c:pt idx="211">
                  <c:v>98.0</c:v>
                </c:pt>
                <c:pt idx="212">
                  <c:v>98.0</c:v>
                </c:pt>
                <c:pt idx="213">
                  <c:v>98.0</c:v>
                </c:pt>
                <c:pt idx="214">
                  <c:v>98.0</c:v>
                </c:pt>
                <c:pt idx="215">
                  <c:v>98.0</c:v>
                </c:pt>
                <c:pt idx="216">
                  <c:v>98.0</c:v>
                </c:pt>
                <c:pt idx="217">
                  <c:v>98.0</c:v>
                </c:pt>
                <c:pt idx="218">
                  <c:v>98.0</c:v>
                </c:pt>
                <c:pt idx="219">
                  <c:v>98.0</c:v>
                </c:pt>
                <c:pt idx="220">
                  <c:v>98.0</c:v>
                </c:pt>
                <c:pt idx="221">
                  <c:v>98.0</c:v>
                </c:pt>
                <c:pt idx="222">
                  <c:v>98.0</c:v>
                </c:pt>
                <c:pt idx="223">
                  <c:v>98.0</c:v>
                </c:pt>
                <c:pt idx="224">
                  <c:v>98.0</c:v>
                </c:pt>
                <c:pt idx="225">
                  <c:v>98.0</c:v>
                </c:pt>
                <c:pt idx="226">
                  <c:v>98.0</c:v>
                </c:pt>
                <c:pt idx="227">
                  <c:v>98.0</c:v>
                </c:pt>
                <c:pt idx="228">
                  <c:v>98.0</c:v>
                </c:pt>
                <c:pt idx="229">
                  <c:v>98.0</c:v>
                </c:pt>
                <c:pt idx="230">
                  <c:v>98.0</c:v>
                </c:pt>
                <c:pt idx="231">
                  <c:v>98.0</c:v>
                </c:pt>
                <c:pt idx="232">
                  <c:v>98.0</c:v>
                </c:pt>
                <c:pt idx="233">
                  <c:v>98.0</c:v>
                </c:pt>
                <c:pt idx="234">
                  <c:v>98.0</c:v>
                </c:pt>
                <c:pt idx="235">
                  <c:v>98.0</c:v>
                </c:pt>
                <c:pt idx="236">
                  <c:v>98.0</c:v>
                </c:pt>
                <c:pt idx="237">
                  <c:v>98.0</c:v>
                </c:pt>
                <c:pt idx="238">
                  <c:v>98.0</c:v>
                </c:pt>
                <c:pt idx="239">
                  <c:v>98.0</c:v>
                </c:pt>
                <c:pt idx="240">
                  <c:v>98.0</c:v>
                </c:pt>
                <c:pt idx="241">
                  <c:v>98.0</c:v>
                </c:pt>
                <c:pt idx="242">
                  <c:v>98.0</c:v>
                </c:pt>
                <c:pt idx="243">
                  <c:v>98.0</c:v>
                </c:pt>
                <c:pt idx="244">
                  <c:v>98.0</c:v>
                </c:pt>
                <c:pt idx="245">
                  <c:v>98.0</c:v>
                </c:pt>
                <c:pt idx="246">
                  <c:v>98.0</c:v>
                </c:pt>
                <c:pt idx="247">
                  <c:v>98.0</c:v>
                </c:pt>
                <c:pt idx="248">
                  <c:v>98.0</c:v>
                </c:pt>
                <c:pt idx="249">
                  <c:v>98.0</c:v>
                </c:pt>
                <c:pt idx="250">
                  <c:v>98.0</c:v>
                </c:pt>
                <c:pt idx="251">
                  <c:v>98.0</c:v>
                </c:pt>
                <c:pt idx="252">
                  <c:v>98.0</c:v>
                </c:pt>
                <c:pt idx="253">
                  <c:v>98.0</c:v>
                </c:pt>
                <c:pt idx="254">
                  <c:v>98.0</c:v>
                </c:pt>
                <c:pt idx="255">
                  <c:v>98.0</c:v>
                </c:pt>
                <c:pt idx="256">
                  <c:v>98.0</c:v>
                </c:pt>
                <c:pt idx="257">
                  <c:v>98.0</c:v>
                </c:pt>
                <c:pt idx="258">
                  <c:v>98.0</c:v>
                </c:pt>
                <c:pt idx="259">
                  <c:v>98.0</c:v>
                </c:pt>
                <c:pt idx="260">
                  <c:v>98.0</c:v>
                </c:pt>
                <c:pt idx="261">
                  <c:v>98.0</c:v>
                </c:pt>
                <c:pt idx="262">
                  <c:v>98.0</c:v>
                </c:pt>
                <c:pt idx="263">
                  <c:v>98.0</c:v>
                </c:pt>
                <c:pt idx="264">
                  <c:v>98.0</c:v>
                </c:pt>
                <c:pt idx="265">
                  <c:v>98.0</c:v>
                </c:pt>
                <c:pt idx="266">
                  <c:v>98.0</c:v>
                </c:pt>
                <c:pt idx="267">
                  <c:v>98.0</c:v>
                </c:pt>
                <c:pt idx="268">
                  <c:v>98.0</c:v>
                </c:pt>
                <c:pt idx="269">
                  <c:v>98.0</c:v>
                </c:pt>
                <c:pt idx="270">
                  <c:v>98.0</c:v>
                </c:pt>
                <c:pt idx="271">
                  <c:v>98.0</c:v>
                </c:pt>
                <c:pt idx="272">
                  <c:v>98.0</c:v>
                </c:pt>
                <c:pt idx="273">
                  <c:v>98.0</c:v>
                </c:pt>
                <c:pt idx="274">
                  <c:v>98.0</c:v>
                </c:pt>
                <c:pt idx="275">
                  <c:v>98.0</c:v>
                </c:pt>
                <c:pt idx="276">
                  <c:v>98.0</c:v>
                </c:pt>
                <c:pt idx="277">
                  <c:v>98.0</c:v>
                </c:pt>
                <c:pt idx="278">
                  <c:v>98.0</c:v>
                </c:pt>
                <c:pt idx="279">
                  <c:v>98.0</c:v>
                </c:pt>
                <c:pt idx="280">
                  <c:v>98.0</c:v>
                </c:pt>
                <c:pt idx="281">
                  <c:v>98.0</c:v>
                </c:pt>
                <c:pt idx="282">
                  <c:v>98.0</c:v>
                </c:pt>
                <c:pt idx="283">
                  <c:v>98.0</c:v>
                </c:pt>
                <c:pt idx="284">
                  <c:v>98.0</c:v>
                </c:pt>
                <c:pt idx="285">
                  <c:v>98.0</c:v>
                </c:pt>
                <c:pt idx="286">
                  <c:v>98.0</c:v>
                </c:pt>
                <c:pt idx="287">
                  <c:v>98.0</c:v>
                </c:pt>
                <c:pt idx="288">
                  <c:v>98.0</c:v>
                </c:pt>
                <c:pt idx="289">
                  <c:v>98.0</c:v>
                </c:pt>
                <c:pt idx="290">
                  <c:v>98.0</c:v>
                </c:pt>
                <c:pt idx="291">
                  <c:v>98.0</c:v>
                </c:pt>
                <c:pt idx="292">
                  <c:v>98.0</c:v>
                </c:pt>
                <c:pt idx="293">
                  <c:v>98.0</c:v>
                </c:pt>
                <c:pt idx="294">
                  <c:v>98.0</c:v>
                </c:pt>
                <c:pt idx="295">
                  <c:v>98.0</c:v>
                </c:pt>
                <c:pt idx="296">
                  <c:v>98.0</c:v>
                </c:pt>
                <c:pt idx="297">
                  <c:v>98.0</c:v>
                </c:pt>
                <c:pt idx="298">
                  <c:v>98.0</c:v>
                </c:pt>
                <c:pt idx="299">
                  <c:v>98.0</c:v>
                </c:pt>
                <c:pt idx="300">
                  <c:v>98.0</c:v>
                </c:pt>
                <c:pt idx="301">
                  <c:v>98.0</c:v>
                </c:pt>
                <c:pt idx="302">
                  <c:v>98.0</c:v>
                </c:pt>
                <c:pt idx="303">
                  <c:v>98.0</c:v>
                </c:pt>
                <c:pt idx="304">
                  <c:v>98.0</c:v>
                </c:pt>
                <c:pt idx="305">
                  <c:v>98.0</c:v>
                </c:pt>
                <c:pt idx="306">
                  <c:v>98.0</c:v>
                </c:pt>
                <c:pt idx="307">
                  <c:v>98.0</c:v>
                </c:pt>
                <c:pt idx="308">
                  <c:v>98.0</c:v>
                </c:pt>
                <c:pt idx="309">
                  <c:v>98.0</c:v>
                </c:pt>
                <c:pt idx="310">
                  <c:v>98.0</c:v>
                </c:pt>
                <c:pt idx="311">
                  <c:v>98.0</c:v>
                </c:pt>
                <c:pt idx="312">
                  <c:v>98.0</c:v>
                </c:pt>
                <c:pt idx="313">
                  <c:v>98.0</c:v>
                </c:pt>
                <c:pt idx="314">
                  <c:v>98.0</c:v>
                </c:pt>
                <c:pt idx="315">
                  <c:v>98.0</c:v>
                </c:pt>
                <c:pt idx="316">
                  <c:v>98.0</c:v>
                </c:pt>
                <c:pt idx="317">
                  <c:v>98.0</c:v>
                </c:pt>
                <c:pt idx="318">
                  <c:v>98.0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850">
                <a:solidFill>
                  <a:srgbClr val="767576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48"/>
        <c:tickMarkSkip val="48"/>
      </c:catAx>
      <c:valAx>
        <c:axId val="2140495176"/>
        <c:scaling>
          <c:max val="180.0"/>
          <c:min val="0.0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00">
                <a:solidFill>
                  <a:srgbClr val="767576"/>
                </a:solidFill>
                <a:latin typeface="Arial"/>
              </a:defRPr>
            </a:pPr>
          </a:p>
        </c:txPr>
        <c:crossAx val="2118791784"/>
        <c:crosses val="autoZero"/>
        <c:majorUnit val="60.0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1060704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H2 2026 Trade: Receive 2y JGB, Pay 10y, DV01-Neutral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4. 2s10s has room in front of it; 2s30s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1463040"/>
            <a:ext cx="3566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Slope vs its own range since 2000, bp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08176" y="1792224"/>
            <a:ext cx="0" cy="126187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75104" y="1792224"/>
            <a:ext cx="0" cy="126187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42032" y="1792224"/>
            <a:ext cx="0" cy="126187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08960" y="1792224"/>
            <a:ext cx="0" cy="1261872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28333" y="1924812"/>
            <a:ext cx="1018580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848510" y="1888236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197689" y="1860804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" y="1897380"/>
            <a:ext cx="84124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2s10s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97380"/>
            <a:ext cx="89611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129bp · 93rd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8490" y="2345436"/>
            <a:ext cx="768502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941738" y="2308860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126508" y="2281428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5488" y="2318004"/>
            <a:ext cx="84124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10s30s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318004"/>
            <a:ext cx="89611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118bp · 94th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74002" y="2766060"/>
            <a:ext cx="1370705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92131" y="2729484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941624" y="2702052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5488" y="2738628"/>
            <a:ext cx="84124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2s30s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738628"/>
            <a:ext cx="89611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248bp · 99th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08176" y="3054096"/>
            <a:ext cx="1700784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88136" y="3090672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5064" y="3090672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1991" y="3090672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+180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090672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+270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3291840"/>
            <a:ext cx="51206" cy="128016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0702" y="3273552"/>
            <a:ext cx="100949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Today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64208" y="3291840"/>
            <a:ext cx="20116" cy="12801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748332" y="3273552"/>
            <a:ext cx="10405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Mean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52928" y="3310128"/>
            <a:ext cx="201168" cy="91440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118104" y="3273552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Since 2000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4261104"/>
            <a:ext cx="17373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+35.5bp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4462272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2s10s headroom to its 25y 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7" y="4261104"/>
            <a:ext cx="17373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+12.3bp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7" y="4462272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2s30s headroom. A target is a record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82296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5. All of the risk sits in two buckets, and none of it in the level of yields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5968" y="1463040"/>
            <a:ext cx="3566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Key-rate DV01, ¥000 per bp, per ¥1bn 10y leg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4261104" y="1645920"/>
          <a:ext cx="3675887" cy="24871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315968" y="4261104"/>
            <a:ext cx="17373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¥134 per bp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5968" y="4462272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parallel residual on ¥5.5bn notional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4261104"/>
            <a:ext cx="17373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4.5 :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4462272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receive ¥4,506m 2y, pay ¥1,000m 10y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82296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6. The level is not the problem; the entry 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6448" y="1463040"/>
            <a:ext cx="356616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JGB 2s10s, bp, month-end since 2000</a:t>
            </a:r>
          </a:p>
        </p:txBody>
      </p:sp>
      <p:graphicFrame>
        <p:nvGraphicFramePr>
          <p:cNvPr id="48" name="Chart 47"/>
          <p:cNvGraphicFramePr>
            <a:graphicFrameLocks noGrp="1"/>
          </p:cNvGraphicFramePr>
          <p:nvPr/>
        </p:nvGraphicFramePr>
        <p:xfrm>
          <a:off x="8101583" y="1645920"/>
          <a:ext cx="3675887" cy="24871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8156448" y="4261104"/>
            <a:ext cx="17373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4.0bp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56448" y="4462272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round trip at 2bp b/a, half paid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5248" y="4261104"/>
            <a:ext cx="17373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2.1 :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85248" y="4462272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net of costs, from a 114bp entry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" y="4791456"/>
            <a:ext cx="11247120" cy="12435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03504" y="4901183"/>
            <a:ext cx="29260" cy="274320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04088" y="4882896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Instrument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2536" y="488289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Receive 2y JPY OIS, pay 10y, DV01-neutral 4.5 : 1. Swaps, not cash: no repo, no specialness, no balance sheet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901183"/>
            <a:ext cx="29260" cy="274320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318504" y="4882896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Entry trigger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16952" y="488289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Not at 129bp. Half the session after a delivered BoJ hike, 18-Sep or 29-Oct; half on a pullback to 112bp. Flat by 31-Dec if neither fires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" y="5266944"/>
            <a:ext cx="29260" cy="274320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04088" y="5248656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Target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02536" y="52486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160bp, set below the 25-year high of 165bp. From a 114bp entry that is +46bp gross, +42bp after costs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5266944"/>
            <a:ext cx="29260" cy="274320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6318504" y="5248656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Stop and invalidation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16952" y="524865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98bp hard. Invalidation is separate: two core-core prints ≥ 2.2%, or USD/JPY sustained above 165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3504" y="5632703"/>
            <a:ext cx="29260" cy="274320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04088" y="5614416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Key risk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02536" y="561441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USD/JPY through 165 forces a defensive BoJ hike, the front end sells off and the curve bear-flattens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17920" y="5632703"/>
            <a:ext cx="29260" cy="274320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318504" y="5614416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Hedge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16952" y="5614416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Arial"/>
              </a:rPr>
              <a:t>Direction by construction, ¥134/bp residual · basis by instrument, both legs swaps · tail by a 3m×2y payer swaption on half the front DV01 · the yen mark rolled monthly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" y="6144768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0" i="1">
                <a:solidFill>
                  <a:srgbClr val="767576"/>
                </a:solidFill>
                <a:latin typeface="Arial"/>
              </a:rPr>
              <a:t>Source: Japan Ministry of Finance daily JGB curve, weekly since 2000, n = 1,387. Curve bootstrapped; JGB par yields proxy JPY OIS, so reprice off TONA before execution.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6144768"/>
            <a:ext cx="321868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BFBFBF"/>
                </a:solidFill>
                <a:latin typeface="Arial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