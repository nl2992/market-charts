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47472"/>
            <a:ext cx="3310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767576"/>
                </a:solidFill>
                <a:latin typeface="Arial"/>
              </a:rPr>
              <a:t>Trade 2 of 3 · rates · 30% of the risk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2s10s has 35bp of room. 2s30s has 12bp, and the round trip eats a third of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Slope vs its own range since 2000, bp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93207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06440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19672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32904" y="1755648"/>
            <a:ext cx="0" cy="1316736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118567" y="1897380"/>
            <a:ext cx="1281440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649772" y="1860804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93073" y="1833372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133087" y="1869948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2s10s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1869948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129bp · 93rd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5216" y="2336292"/>
            <a:ext cx="966825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767059" y="2299716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003523" y="2272284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133087" y="2308860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10s30s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2904" y="2308860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118bp · 94th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27634" y="2775204"/>
            <a:ext cx="1724436" cy="155448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333683" y="2738628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028992" y="2711196"/>
            <a:ext cx="51206" cy="28346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33087" y="2747772"/>
            <a:ext cx="86868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Arial"/>
              </a:rPr>
              <a:t>JGB 2s30s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2747772"/>
            <a:ext cx="92354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248bp · 99th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93207" y="3072384"/>
            <a:ext cx="213969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3168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9632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2864" y="3108960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+270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33087" y="3310128"/>
            <a:ext cx="51206" cy="12801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248302" y="3291840"/>
            <a:ext cx="117408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Today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3310128"/>
            <a:ext cx="20116" cy="12801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570524" y="3291840"/>
            <a:ext cx="120517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Mean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28416"/>
            <a:ext cx="201168" cy="91440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104888" y="3291840"/>
            <a:ext cx="102412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Since 2000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Headroom to the 25-year high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+35.5bp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+12.3bp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Round trip, share of headroom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11%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33%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93rd vs 99th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percentile since 2000, vs 2s30s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12m carry goes negative, so we time-stop 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We bump each node's zero rate 1bp on its own and revalue every cashflow. The 5-year picks up 5.6% because the 10-year leg pays coupons in years 3 to 9, which fall between nodes. Net of everything it is 0.97%, small enough that the sizing covers it.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what a parallel move can still cost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25y high of 165bp.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TextBox 80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 DV01-matched legs make that the same in slope terms at any tenor.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curve, weekly since 2000, n = 1,387. Cashflow-level pricing on the annual JPY OIS schedule. Projection is our scenario: 2y +10bp, 10y +40bp.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03920" y="6108192"/>
            <a:ext cx="32186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BFBFBF"/>
                </a:solidFill>
                <a:latin typeface="Arial"/>
              </a:rPr>
              <a:t>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