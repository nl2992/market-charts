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The taper hits the 10-year. 2s10s keeps 5.1bp of every 10bp it sells off, 2s30s only 2.6bp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Pass-through of a 10bp 10-year-led sell-off, QT-era betas, bp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6577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9155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1733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4311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6889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065775" y="2002536"/>
            <a:ext cx="1911927" cy="219456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02620" y="2002536"/>
            <a:ext cx="975082" cy="21945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065775" y="2002536"/>
            <a:ext cx="936844" cy="219456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4199" y="2007107"/>
            <a:ext cx="5486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+5.1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2567" y="2020824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 +10.0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087" y="2007107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JGB 2s10s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1929384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B0011"/>
                </a:solidFill>
                <a:latin typeface="Arial"/>
              </a:rPr>
              <a:t>5.1bp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2139696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kept per 10bp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65775" y="2679191"/>
            <a:ext cx="1433945" cy="219456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002620" y="2679191"/>
            <a:ext cx="497101" cy="21945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065775" y="2679191"/>
            <a:ext cx="936844" cy="219456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54585" y="2683763"/>
            <a:ext cx="50292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+2.6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38633" y="2697479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 +7.5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3087" y="2683763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67576"/>
                </a:solidFill>
                <a:latin typeface="Arial"/>
              </a:rPr>
              <a:t>JGB 2s30s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2606039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767576"/>
                </a:solidFill>
                <a:latin typeface="Arial"/>
              </a:rPr>
              <a:t>2.6bp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816351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kept per 10bp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65775" y="3127248"/>
            <a:ext cx="21031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9145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1723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301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7.5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9457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33087" y="3387851"/>
            <a:ext cx="182880" cy="100584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370831" y="3346703"/>
            <a:ext cx="222455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Given back as the 2y follows, 0.49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50248" y="3364991"/>
            <a:ext cx="23774" cy="14630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728886" y="3346703"/>
            <a:ext cx="1409273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Kept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Back leg follows the 10y 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1.00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0.75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Percentile since 2000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93rd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99th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Notional per ¥1bn back leg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¥5.5bn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¥10.3bn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17% vs 57%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comparable entries stopped out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6" name="TextBox 75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where our projected curve puts it.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2" name="TextBox 81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Stops tested on every entry at or above the 85th percentile, worst point over the next 26 weeks. Betas are the QT era, n = 122; the 30y has not reached 1.00, where the two trades tie, since 2021.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