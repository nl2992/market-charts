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The whole 2s30s trade fits inside one quarter of its own noise. The 2s10s trade does not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Trade plan vs one quarter of realised volatility, bp from today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6577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9155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4311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6889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701969" y="1993392"/>
            <a:ext cx="830732" cy="237744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279974" y="1956816"/>
            <a:ext cx="23774" cy="31089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909892" y="1956816"/>
            <a:ext cx="23774" cy="31089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45936" y="1769364"/>
            <a:ext cx="822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 i="0">
                <a:solidFill>
                  <a:srgbClr val="DB0011"/>
                </a:solidFill>
                <a:latin typeface="Arial"/>
              </a:rPr>
              <a:t>target 160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65775" y="2286000"/>
            <a:ext cx="822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stop 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3087" y="2007107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JGB 2s10s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1929384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B0011"/>
                </a:solidFill>
                <a:latin typeface="Arial"/>
              </a:rPr>
              <a:t>1.9σ / 2.0σ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2139696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target / stop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99544" y="2670048"/>
            <a:ext cx="1235583" cy="237744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697969" y="2633472"/>
            <a:ext cx="23774" cy="31089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381483" y="2633472"/>
            <a:ext cx="23774" cy="31089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981890" y="2446020"/>
            <a:ext cx="822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 i="0">
                <a:solidFill>
                  <a:srgbClr val="DB0011"/>
                </a:solidFill>
                <a:latin typeface="Arial"/>
              </a:rPr>
              <a:t>target 258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98376" y="2962656"/>
            <a:ext cx="822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stop 232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33087" y="2683763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67576"/>
                </a:solidFill>
                <a:latin typeface="Arial"/>
              </a:rPr>
              <a:t>JGB 2s30s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606039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767576"/>
                </a:solidFill>
                <a:latin typeface="Arial"/>
              </a:rPr>
              <a:t>0.5σ / 0.7σ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68896" y="2816351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target / stop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65775" y="3127248"/>
            <a:ext cx="21031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9145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−40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1723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−20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4301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879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9457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+40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33087" y="3387851"/>
            <a:ext cx="182880" cy="100584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370831" y="3346703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±1 quarter of realised noise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63056" y="3364991"/>
            <a:ext cx="23774" cy="14630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41694" y="3346703"/>
            <a:ext cx="9626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Target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59238" y="3364991"/>
            <a:ext cx="23774" cy="146304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37877" y="3346703"/>
            <a:ext cx="80028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Stop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Percentile since 2000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93rd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99th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Notional per ¥1bn back leg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¥5.5bn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¥10.3bn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1.5x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the noise 2s30s carries, for less move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8" name="Chart 77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4" name="Table 83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TextBox 84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