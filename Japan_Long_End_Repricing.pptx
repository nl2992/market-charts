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30Y</c:v>
                </c:pt>
              </c:strCache>
            </c:strRef>
          </c:tx>
          <c:spPr>
            <a:ln w="25400">
              <a:solidFill>
                <a:srgbClr val="767576"/>
              </a:solidFill>
            </a:ln>
          </c:spPr>
          <c:marker>
            <c:symbol val="none"/>
          </c:marker>
          <c:cat>
            <c:strRef>
              <c:f>Sheet1!$A$2:$A$341</c:f>
              <c:strCache>
                <c:ptCount val="340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>2000</c:v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/>
                </c:pt>
                <c:pt idx="39">
                  <c:v/>
                </c:pt>
                <c:pt idx="40">
                  <c:v/>
                </c:pt>
                <c:pt idx="41">
                  <c:v/>
                </c:pt>
                <c:pt idx="42">
                  <c:v/>
                </c:pt>
                <c:pt idx="43">
                  <c:v/>
                </c:pt>
                <c:pt idx="44">
                  <c:v/>
                </c:pt>
                <c:pt idx="45">
                  <c:v/>
                </c:pt>
                <c:pt idx="46">
                  <c:v/>
                </c:pt>
                <c:pt idx="47">
                  <c:v/>
                </c:pt>
                <c:pt idx="48">
                  <c:v/>
                </c:pt>
                <c:pt idx="49">
                  <c:v/>
                </c:pt>
                <c:pt idx="50">
                  <c:v/>
                </c:pt>
                <c:pt idx="51">
                  <c:v/>
                </c:pt>
                <c:pt idx="52">
                  <c:v/>
                </c:pt>
                <c:pt idx="53">
                  <c:v/>
                </c:pt>
                <c:pt idx="54">
                  <c:v/>
                </c:pt>
                <c:pt idx="55">
                  <c:v/>
                </c:pt>
                <c:pt idx="56">
                  <c:v/>
                </c:pt>
                <c:pt idx="57">
                  <c:v/>
                </c:pt>
                <c:pt idx="58">
                  <c:v/>
                </c:pt>
                <c:pt idx="59">
                  <c:v/>
                </c:pt>
                <c:pt idx="60">
                  <c:v/>
                </c:pt>
                <c:pt idx="61">
                  <c:v/>
                </c:pt>
                <c:pt idx="62">
                  <c:v/>
                </c:pt>
                <c:pt idx="63">
                  <c:v/>
                </c:pt>
                <c:pt idx="64">
                  <c:v/>
                </c:pt>
                <c:pt idx="65">
                  <c:v/>
                </c:pt>
                <c:pt idx="66">
                  <c:v/>
                </c:pt>
                <c:pt idx="67">
                  <c:v/>
                </c:pt>
                <c:pt idx="68">
                  <c:v/>
                </c:pt>
                <c:pt idx="69">
                  <c:v>2004</c:v>
                </c:pt>
                <c:pt idx="70">
                  <c:v/>
                </c:pt>
                <c:pt idx="71">
                  <c:v/>
                </c:pt>
                <c:pt idx="72">
                  <c:v/>
                </c:pt>
                <c:pt idx="73">
                  <c:v/>
                </c:pt>
                <c:pt idx="74">
                  <c:v/>
                </c:pt>
                <c:pt idx="75">
                  <c:v/>
                </c:pt>
                <c:pt idx="76">
                  <c:v/>
                </c:pt>
                <c:pt idx="77">
                  <c:v/>
                </c:pt>
                <c:pt idx="78">
                  <c:v/>
                </c:pt>
                <c:pt idx="79">
                  <c:v/>
                </c:pt>
                <c:pt idx="80">
                  <c:v/>
                </c:pt>
                <c:pt idx="81">
                  <c:v/>
                </c:pt>
                <c:pt idx="82">
                  <c:v/>
                </c:pt>
                <c:pt idx="83">
                  <c:v/>
                </c:pt>
                <c:pt idx="84">
                  <c:v/>
                </c:pt>
                <c:pt idx="85">
                  <c:v/>
                </c:pt>
                <c:pt idx="86">
                  <c:v/>
                </c:pt>
                <c:pt idx="87">
                  <c:v/>
                </c:pt>
                <c:pt idx="88">
                  <c:v/>
                </c:pt>
                <c:pt idx="89">
                  <c:v/>
                </c:pt>
                <c:pt idx="90">
                  <c:v/>
                </c:pt>
                <c:pt idx="91">
                  <c:v/>
                </c:pt>
                <c:pt idx="92">
                  <c:v/>
                </c:pt>
                <c:pt idx="93">
                  <c:v/>
                </c:pt>
                <c:pt idx="94">
                  <c:v/>
                </c:pt>
                <c:pt idx="95">
                  <c:v/>
                </c:pt>
                <c:pt idx="96">
                  <c:v/>
                </c:pt>
                <c:pt idx="97">
                  <c:v/>
                </c:pt>
                <c:pt idx="98">
                  <c:v/>
                </c:pt>
                <c:pt idx="99">
                  <c:v/>
                </c:pt>
                <c:pt idx="100">
                  <c:v/>
                </c:pt>
                <c:pt idx="101">
                  <c:v/>
                </c:pt>
                <c:pt idx="102">
                  <c:v/>
                </c:pt>
                <c:pt idx="103">
                  <c:v/>
                </c:pt>
                <c:pt idx="104">
                  <c:v/>
                </c:pt>
                <c:pt idx="105">
                  <c:v/>
                </c:pt>
                <c:pt idx="106">
                  <c:v/>
                </c:pt>
                <c:pt idx="107">
                  <c:v/>
                </c:pt>
                <c:pt idx="108">
                  <c:v/>
                </c:pt>
                <c:pt idx="109">
                  <c:v/>
                </c:pt>
                <c:pt idx="110">
                  <c:v/>
                </c:pt>
                <c:pt idx="111">
                  <c:v/>
                </c:pt>
                <c:pt idx="112">
                  <c:v/>
                </c:pt>
                <c:pt idx="113">
                  <c:v/>
                </c:pt>
                <c:pt idx="114">
                  <c:v/>
                </c:pt>
                <c:pt idx="115">
                  <c:v/>
                </c:pt>
                <c:pt idx="116">
                  <c:v/>
                </c:pt>
                <c:pt idx="117">
                  <c:v>2008</c:v>
                </c:pt>
                <c:pt idx="118">
                  <c:v/>
                </c:pt>
                <c:pt idx="119">
                  <c:v/>
                </c:pt>
                <c:pt idx="120">
                  <c:v/>
                </c:pt>
                <c:pt idx="121">
                  <c:v/>
                </c:pt>
                <c:pt idx="122">
                  <c:v/>
                </c:pt>
                <c:pt idx="123">
                  <c:v/>
                </c:pt>
                <c:pt idx="124">
                  <c:v/>
                </c:pt>
                <c:pt idx="125">
                  <c:v/>
                </c:pt>
                <c:pt idx="126">
                  <c:v/>
                </c:pt>
                <c:pt idx="127">
                  <c:v/>
                </c:pt>
                <c:pt idx="128">
                  <c:v/>
                </c:pt>
                <c:pt idx="129">
                  <c:v/>
                </c:pt>
                <c:pt idx="130">
                  <c:v/>
                </c:pt>
                <c:pt idx="131">
                  <c:v/>
                </c:pt>
                <c:pt idx="132">
                  <c:v/>
                </c:pt>
                <c:pt idx="133">
                  <c:v/>
                </c:pt>
                <c:pt idx="134">
                  <c:v/>
                </c:pt>
                <c:pt idx="135">
                  <c:v/>
                </c:pt>
                <c:pt idx="136">
                  <c:v/>
                </c:pt>
                <c:pt idx="137">
                  <c:v/>
                </c:pt>
                <c:pt idx="138">
                  <c:v/>
                </c:pt>
                <c:pt idx="139">
                  <c:v/>
                </c:pt>
                <c:pt idx="140">
                  <c:v/>
                </c:pt>
                <c:pt idx="141">
                  <c:v/>
                </c:pt>
                <c:pt idx="142">
                  <c:v/>
                </c:pt>
                <c:pt idx="143">
                  <c:v/>
                </c:pt>
                <c:pt idx="144">
                  <c:v/>
                </c:pt>
                <c:pt idx="145">
                  <c:v/>
                </c:pt>
                <c:pt idx="146">
                  <c:v/>
                </c:pt>
                <c:pt idx="147">
                  <c:v/>
                </c:pt>
                <c:pt idx="148">
                  <c:v/>
                </c:pt>
                <c:pt idx="149">
                  <c:v/>
                </c:pt>
                <c:pt idx="150">
                  <c:v/>
                </c:pt>
                <c:pt idx="151">
                  <c:v/>
                </c:pt>
                <c:pt idx="152">
                  <c:v/>
                </c:pt>
                <c:pt idx="153">
                  <c:v/>
                </c:pt>
                <c:pt idx="154">
                  <c:v/>
                </c:pt>
                <c:pt idx="155">
                  <c:v/>
                </c:pt>
                <c:pt idx="156">
                  <c:v/>
                </c:pt>
                <c:pt idx="157">
                  <c:v/>
                </c:pt>
                <c:pt idx="158">
                  <c:v/>
                </c:pt>
                <c:pt idx="159">
                  <c:v/>
                </c:pt>
                <c:pt idx="160">
                  <c:v/>
                </c:pt>
                <c:pt idx="161">
                  <c:v/>
                </c:pt>
                <c:pt idx="162">
                  <c:v/>
                </c:pt>
                <c:pt idx="163">
                  <c:v/>
                </c:pt>
                <c:pt idx="164">
                  <c:v/>
                </c:pt>
                <c:pt idx="165">
                  <c:v>2012</c:v>
                </c:pt>
                <c:pt idx="166">
                  <c:v/>
                </c:pt>
                <c:pt idx="167">
                  <c:v/>
                </c:pt>
                <c:pt idx="168">
                  <c:v/>
                </c:pt>
                <c:pt idx="169">
                  <c:v/>
                </c:pt>
                <c:pt idx="170">
                  <c:v/>
                </c:pt>
                <c:pt idx="171">
                  <c:v/>
                </c:pt>
                <c:pt idx="172">
                  <c:v/>
                </c:pt>
                <c:pt idx="173">
                  <c:v/>
                </c:pt>
                <c:pt idx="174">
                  <c:v/>
                </c:pt>
                <c:pt idx="175">
                  <c:v/>
                </c:pt>
                <c:pt idx="176">
                  <c:v/>
                </c:pt>
                <c:pt idx="177">
                  <c:v/>
                </c:pt>
                <c:pt idx="178">
                  <c:v/>
                </c:pt>
                <c:pt idx="179">
                  <c:v/>
                </c:pt>
                <c:pt idx="180">
                  <c:v/>
                </c:pt>
                <c:pt idx="181">
                  <c:v/>
                </c:pt>
                <c:pt idx="182">
                  <c:v/>
                </c:pt>
                <c:pt idx="183">
                  <c:v/>
                </c:pt>
                <c:pt idx="184">
                  <c:v/>
                </c:pt>
                <c:pt idx="185">
                  <c:v/>
                </c:pt>
                <c:pt idx="186">
                  <c:v/>
                </c:pt>
                <c:pt idx="187">
                  <c:v/>
                </c:pt>
                <c:pt idx="188">
                  <c:v/>
                </c:pt>
                <c:pt idx="189">
                  <c:v/>
                </c:pt>
                <c:pt idx="190">
                  <c:v/>
                </c:pt>
                <c:pt idx="191">
                  <c:v/>
                </c:pt>
                <c:pt idx="192">
                  <c:v/>
                </c:pt>
                <c:pt idx="193">
                  <c:v/>
                </c:pt>
                <c:pt idx="194">
                  <c:v/>
                </c:pt>
                <c:pt idx="195">
                  <c:v/>
                </c:pt>
                <c:pt idx="196">
                  <c:v/>
                </c:pt>
                <c:pt idx="197">
                  <c:v/>
                </c:pt>
                <c:pt idx="198">
                  <c:v/>
                </c:pt>
                <c:pt idx="199">
                  <c:v/>
                </c:pt>
                <c:pt idx="200">
                  <c:v/>
                </c:pt>
                <c:pt idx="201">
                  <c:v/>
                </c:pt>
                <c:pt idx="202">
                  <c:v/>
                </c:pt>
                <c:pt idx="203">
                  <c:v/>
                </c:pt>
                <c:pt idx="204">
                  <c:v/>
                </c:pt>
                <c:pt idx="205">
                  <c:v/>
                </c:pt>
                <c:pt idx="206">
                  <c:v/>
                </c:pt>
                <c:pt idx="207">
                  <c:v/>
                </c:pt>
                <c:pt idx="208">
                  <c:v/>
                </c:pt>
                <c:pt idx="209">
                  <c:v/>
                </c:pt>
                <c:pt idx="210">
                  <c:v/>
                </c:pt>
                <c:pt idx="211">
                  <c:v/>
                </c:pt>
                <c:pt idx="212">
                  <c:v/>
                </c:pt>
                <c:pt idx="213">
                  <c:v>2016</c:v>
                </c:pt>
                <c:pt idx="214">
                  <c:v/>
                </c:pt>
                <c:pt idx="215">
                  <c:v/>
                </c:pt>
                <c:pt idx="216">
                  <c:v/>
                </c:pt>
                <c:pt idx="217">
                  <c:v/>
                </c:pt>
                <c:pt idx="218">
                  <c:v/>
                </c:pt>
                <c:pt idx="219">
                  <c:v/>
                </c:pt>
                <c:pt idx="220">
                  <c:v/>
                </c:pt>
                <c:pt idx="221">
                  <c:v/>
                </c:pt>
                <c:pt idx="222">
                  <c:v/>
                </c:pt>
                <c:pt idx="223">
                  <c:v/>
                </c:pt>
                <c:pt idx="224">
                  <c:v/>
                </c:pt>
                <c:pt idx="225">
                  <c:v/>
                </c:pt>
                <c:pt idx="226">
                  <c:v/>
                </c:pt>
                <c:pt idx="227">
                  <c:v/>
                </c:pt>
                <c:pt idx="228">
                  <c:v/>
                </c:pt>
                <c:pt idx="229">
                  <c:v/>
                </c:pt>
                <c:pt idx="230">
                  <c:v/>
                </c:pt>
                <c:pt idx="231">
                  <c:v/>
                </c:pt>
                <c:pt idx="232">
                  <c:v/>
                </c:pt>
                <c:pt idx="233">
                  <c:v/>
                </c:pt>
                <c:pt idx="234">
                  <c:v/>
                </c:pt>
                <c:pt idx="235">
                  <c:v/>
                </c:pt>
                <c:pt idx="236">
                  <c:v/>
                </c:pt>
                <c:pt idx="237">
                  <c:v/>
                </c:pt>
                <c:pt idx="238">
                  <c:v/>
                </c:pt>
                <c:pt idx="239">
                  <c:v/>
                </c:pt>
                <c:pt idx="240">
                  <c:v/>
                </c:pt>
                <c:pt idx="241">
                  <c:v/>
                </c:pt>
                <c:pt idx="242">
                  <c:v/>
                </c:pt>
                <c:pt idx="243">
                  <c:v/>
                </c:pt>
                <c:pt idx="244">
                  <c:v/>
                </c:pt>
                <c:pt idx="245">
                  <c:v/>
                </c:pt>
                <c:pt idx="246">
                  <c:v/>
                </c:pt>
                <c:pt idx="247">
                  <c:v/>
                </c:pt>
                <c:pt idx="248">
                  <c:v/>
                </c:pt>
                <c:pt idx="249">
                  <c:v/>
                </c:pt>
                <c:pt idx="250">
                  <c:v/>
                </c:pt>
                <c:pt idx="251">
                  <c:v/>
                </c:pt>
                <c:pt idx="252">
                  <c:v/>
                </c:pt>
                <c:pt idx="253">
                  <c:v/>
                </c:pt>
                <c:pt idx="254">
                  <c:v/>
                </c:pt>
                <c:pt idx="255">
                  <c:v/>
                </c:pt>
                <c:pt idx="256">
                  <c:v/>
                </c:pt>
                <c:pt idx="257">
                  <c:v/>
                </c:pt>
                <c:pt idx="258">
                  <c:v/>
                </c:pt>
                <c:pt idx="259">
                  <c:v/>
                </c:pt>
                <c:pt idx="260">
                  <c:v/>
                </c:pt>
                <c:pt idx="261">
                  <c:v>2020</c:v>
                </c:pt>
                <c:pt idx="262">
                  <c:v/>
                </c:pt>
                <c:pt idx="263">
                  <c:v/>
                </c:pt>
                <c:pt idx="264">
                  <c:v/>
                </c:pt>
                <c:pt idx="265">
                  <c:v/>
                </c:pt>
                <c:pt idx="266">
                  <c:v/>
                </c:pt>
                <c:pt idx="267">
                  <c:v/>
                </c:pt>
                <c:pt idx="268">
                  <c:v/>
                </c:pt>
                <c:pt idx="269">
                  <c:v/>
                </c:pt>
                <c:pt idx="270">
                  <c:v/>
                </c:pt>
                <c:pt idx="271">
                  <c:v/>
                </c:pt>
                <c:pt idx="272">
                  <c:v/>
                </c:pt>
                <c:pt idx="273">
                  <c:v/>
                </c:pt>
                <c:pt idx="274">
                  <c:v/>
                </c:pt>
                <c:pt idx="275">
                  <c:v/>
                </c:pt>
                <c:pt idx="276">
                  <c:v/>
                </c:pt>
                <c:pt idx="277">
                  <c:v/>
                </c:pt>
                <c:pt idx="278">
                  <c:v/>
                </c:pt>
                <c:pt idx="279">
                  <c:v/>
                </c:pt>
                <c:pt idx="280">
                  <c:v/>
                </c:pt>
                <c:pt idx="281">
                  <c:v/>
                </c:pt>
                <c:pt idx="282">
                  <c:v/>
                </c:pt>
                <c:pt idx="283">
                  <c:v/>
                </c:pt>
                <c:pt idx="284">
                  <c:v/>
                </c:pt>
                <c:pt idx="285">
                  <c:v/>
                </c:pt>
                <c:pt idx="286">
                  <c:v/>
                </c:pt>
                <c:pt idx="287">
                  <c:v/>
                </c:pt>
                <c:pt idx="288">
                  <c:v/>
                </c:pt>
                <c:pt idx="289">
                  <c:v/>
                </c:pt>
                <c:pt idx="290">
                  <c:v/>
                </c:pt>
                <c:pt idx="291">
                  <c:v/>
                </c:pt>
                <c:pt idx="292">
                  <c:v/>
                </c:pt>
                <c:pt idx="293">
                  <c:v/>
                </c:pt>
                <c:pt idx="294">
                  <c:v/>
                </c:pt>
                <c:pt idx="295">
                  <c:v/>
                </c:pt>
                <c:pt idx="296">
                  <c:v/>
                </c:pt>
                <c:pt idx="297">
                  <c:v/>
                </c:pt>
                <c:pt idx="298">
                  <c:v/>
                </c:pt>
                <c:pt idx="299">
                  <c:v/>
                </c:pt>
                <c:pt idx="300">
                  <c:v/>
                </c:pt>
                <c:pt idx="301">
                  <c:v/>
                </c:pt>
                <c:pt idx="302">
                  <c:v/>
                </c:pt>
                <c:pt idx="303">
                  <c:v/>
                </c:pt>
                <c:pt idx="304">
                  <c:v/>
                </c:pt>
                <c:pt idx="305">
                  <c:v/>
                </c:pt>
                <c:pt idx="306">
                  <c:v/>
                </c:pt>
                <c:pt idx="307">
                  <c:v/>
                </c:pt>
                <c:pt idx="308">
                  <c:v/>
                </c:pt>
                <c:pt idx="309">
                  <c:v>2024</c:v>
                </c:pt>
                <c:pt idx="310">
                  <c:v/>
                </c:pt>
                <c:pt idx="311">
                  <c:v/>
                </c:pt>
                <c:pt idx="312">
                  <c:v/>
                </c:pt>
                <c:pt idx="313">
                  <c:v/>
                </c:pt>
                <c:pt idx="314">
                  <c:v/>
                </c:pt>
                <c:pt idx="315">
                  <c:v/>
                </c:pt>
                <c:pt idx="316">
                  <c:v/>
                </c:pt>
                <c:pt idx="317">
                  <c:v/>
                </c:pt>
                <c:pt idx="318">
                  <c:v/>
                </c:pt>
                <c:pt idx="319">
                  <c:v/>
                </c:pt>
                <c:pt idx="320">
                  <c:v/>
                </c:pt>
                <c:pt idx="321">
                  <c:v/>
                </c:pt>
                <c:pt idx="322">
                  <c:v/>
                </c:pt>
                <c:pt idx="323">
                  <c:v/>
                </c:pt>
                <c:pt idx="324">
                  <c:v/>
                </c:pt>
                <c:pt idx="325">
                  <c:v/>
                </c:pt>
                <c:pt idx="326">
                  <c:v/>
                </c:pt>
                <c:pt idx="327">
                  <c:v/>
                </c:pt>
                <c:pt idx="328">
                  <c:v/>
                </c:pt>
                <c:pt idx="329">
                  <c:v/>
                </c:pt>
                <c:pt idx="330">
                  <c:v/>
                </c:pt>
                <c:pt idx="331">
                  <c:v/>
                </c:pt>
                <c:pt idx="332">
                  <c:v/>
                </c:pt>
                <c:pt idx="333">
                  <c:v/>
                </c:pt>
                <c:pt idx="334">
                  <c:v/>
                </c:pt>
                <c:pt idx="335">
                  <c:v/>
                </c:pt>
                <c:pt idx="336">
                  <c:v/>
                </c:pt>
                <c:pt idx="337">
                  <c:v/>
                </c:pt>
                <c:pt idx="338">
                  <c:v/>
                </c:pt>
                <c:pt idx="339">
                  <c:v/>
                </c:pt>
              </c:strCache>
            </c:strRef>
          </c:cat>
          <c:val>
            <c:numRef>
              <c:f>Sheet1!$B$2:$B$341</c:f>
              <c:numCache>
                <c:formatCode>General</c:formatCode>
                <c:ptCount val="340"/>
                <c:pt idx="17">
                  <c:v>2.643</c:v>
                </c:pt>
                <c:pt idx="18">
                  <c:v>2.666</c:v>
                </c:pt>
                <c:pt idx="19">
                  <c:v>2.66</c:v>
                </c:pt>
                <c:pt idx="20">
                  <c:v>2.481</c:v>
                </c:pt>
                <c:pt idx="21">
                  <c:v>2.389</c:v>
                </c:pt>
                <c:pt idx="22">
                  <c:v>2.421</c:v>
                </c:pt>
                <c:pt idx="23">
                  <c:v>2.25</c:v>
                </c:pt>
                <c:pt idx="24">
                  <c:v>2.194</c:v>
                </c:pt>
                <c:pt idx="25">
                  <c:v>2.199</c:v>
                </c:pt>
                <c:pt idx="26">
                  <c:v>2.241</c:v>
                </c:pt>
                <c:pt idx="27">
                  <c:v>2.314</c:v>
                </c:pt>
                <c:pt idx="28">
                  <c:v>2.506</c:v>
                </c:pt>
                <c:pt idx="29">
                  <c:v>2.641</c:v>
                </c:pt>
                <c:pt idx="30">
                  <c:v>2.851</c:v>
                </c:pt>
                <c:pt idx="31">
                  <c:v>2.536</c:v>
                </c:pt>
                <c:pt idx="32">
                  <c:v>2.622</c:v>
                </c:pt>
                <c:pt idx="33">
                  <c:v>2.314</c:v>
                </c:pt>
                <c:pt idx="34">
                  <c:v>2.132</c:v>
                </c:pt>
                <c:pt idx="35">
                  <c:v>2.092</c:v>
                </c:pt>
                <c:pt idx="36">
                  <c:v>2.362</c:v>
                </c:pt>
                <c:pt idx="37">
                  <c:v>2.222</c:v>
                </c:pt>
                <c:pt idx="38">
                  <c:v>2.189</c:v>
                </c:pt>
                <c:pt idx="39">
                  <c:v>2.401</c:v>
                </c:pt>
                <c:pt idx="40">
                  <c:v>2.366</c:v>
                </c:pt>
                <c:pt idx="41">
                  <c:v>2.395</c:v>
                </c:pt>
                <c:pt idx="42">
                  <c:v>2.473</c:v>
                </c:pt>
                <c:pt idx="43">
                  <c:v>2.41</c:v>
                </c:pt>
                <c:pt idx="44">
                  <c:v>2.484</c:v>
                </c:pt>
                <c:pt idx="45">
                  <c:v>2.614</c:v>
                </c:pt>
                <c:pt idx="46">
                  <c:v>2.566</c:v>
                </c:pt>
                <c:pt idx="47">
                  <c:v>2.445</c:v>
                </c:pt>
                <c:pt idx="48">
                  <c:v>2.381</c:v>
                </c:pt>
                <c:pt idx="49">
                  <c:v>2.317</c:v>
                </c:pt>
                <c:pt idx="50">
                  <c:v>2.205</c:v>
                </c:pt>
                <c:pt idx="51">
                  <c:v>2.169</c:v>
                </c:pt>
                <c:pt idx="52">
                  <c:v>2.045</c:v>
                </c:pt>
                <c:pt idx="53">
                  <c:v>2.011</c:v>
                </c:pt>
                <c:pt idx="54">
                  <c:v>1.902</c:v>
                </c:pt>
                <c:pt idx="55">
                  <c:v>1.815</c:v>
                </c:pt>
                <c:pt idx="56">
                  <c:v>1.738</c:v>
                </c:pt>
                <c:pt idx="57">
                  <c:v>1.471</c:v>
                </c:pt>
                <c:pt idx="58">
                  <c:v>1.433</c:v>
                </c:pt>
                <c:pt idx="59">
                  <c:v>1.268</c:v>
                </c:pt>
                <c:pt idx="60">
                  <c:v>1.06</c:v>
                </c:pt>
                <c:pt idx="61">
                  <c:v>1.097</c:v>
                </c:pt>
                <c:pt idx="62">
                  <c:v>1.365</c:v>
                </c:pt>
                <c:pt idx="63">
                  <c:v>1.721</c:v>
                </c:pt>
                <c:pt idx="64">
                  <c:v>2.015</c:v>
                </c:pt>
                <c:pt idx="65">
                  <c:v>2.019</c:v>
                </c:pt>
                <c:pt idx="66">
                  <c:v>2.218</c:v>
                </c:pt>
                <c:pt idx="67">
                  <c:v>2.034</c:v>
                </c:pt>
                <c:pt idx="68">
                  <c:v>2.088</c:v>
                </c:pt>
                <c:pt idx="69">
                  <c:v>2.097</c:v>
                </c:pt>
                <c:pt idx="70">
                  <c:v>2.124</c:v>
                </c:pt>
                <c:pt idx="71">
                  <c:v>2.245</c:v>
                </c:pt>
                <c:pt idx="72">
                  <c:v>2.411</c:v>
                </c:pt>
                <c:pt idx="73">
                  <c:v>2.385</c:v>
                </c:pt>
                <c:pt idx="74">
                  <c:v>2.626</c:v>
                </c:pt>
                <c:pt idx="75">
                  <c:v>2.803</c:v>
                </c:pt>
                <c:pt idx="76">
                  <c:v>2.507</c:v>
                </c:pt>
                <c:pt idx="77">
                  <c:v>2.409</c:v>
                </c:pt>
                <c:pt idx="78">
                  <c:v>2.495</c:v>
                </c:pt>
                <c:pt idx="79">
                  <c:v>2.46</c:v>
                </c:pt>
                <c:pt idx="80">
                  <c:v>2.421</c:v>
                </c:pt>
                <c:pt idx="81">
                  <c:v>2.363</c:v>
                </c:pt>
                <c:pt idx="82">
                  <c:v>2.449</c:v>
                </c:pt>
                <c:pt idx="83">
                  <c:v>2.287</c:v>
                </c:pt>
                <c:pt idx="84">
                  <c:v>2.254</c:v>
                </c:pt>
                <c:pt idx="85">
                  <c:v>2.295</c:v>
                </c:pt>
                <c:pt idx="86">
                  <c:v>2.218</c:v>
                </c:pt>
                <c:pt idx="87">
                  <c:v>2.393</c:v>
                </c:pt>
                <c:pt idx="88">
                  <c:v>2.387</c:v>
                </c:pt>
                <c:pt idx="89">
                  <c:v>2.408</c:v>
                </c:pt>
                <c:pt idx="90">
                  <c:v>2.42</c:v>
                </c:pt>
                <c:pt idx="91">
                  <c:v>2.388</c:v>
                </c:pt>
                <c:pt idx="92">
                  <c:v>2.306</c:v>
                </c:pt>
                <c:pt idx="93">
                  <c:v>2.381</c:v>
                </c:pt>
                <c:pt idx="94">
                  <c:v>2.237</c:v>
                </c:pt>
                <c:pt idx="95">
                  <c:v>2.247</c:v>
                </c:pt>
                <c:pt idx="96">
                  <c:v>2.452</c:v>
                </c:pt>
                <c:pt idx="97">
                  <c:v>2.381</c:v>
                </c:pt>
                <c:pt idx="98">
                  <c:v>2.52</c:v>
                </c:pt>
                <c:pt idx="99">
                  <c:v>2.565</c:v>
                </c:pt>
                <c:pt idx="100">
                  <c:v>2.402</c:v>
                </c:pt>
                <c:pt idx="101">
                  <c:v>2.445</c:v>
                </c:pt>
                <c:pt idx="102">
                  <c:v>2.444</c:v>
                </c:pt>
                <c:pt idx="103">
                  <c:v>2.349</c:v>
                </c:pt>
                <c:pt idx="104">
                  <c:v>2.299</c:v>
                </c:pt>
                <c:pt idx="105">
                  <c:v>2.391</c:v>
                </c:pt>
                <c:pt idx="106">
                  <c:v>2.284</c:v>
                </c:pt>
                <c:pt idx="107">
                  <c:v>2.338</c:v>
                </c:pt>
                <c:pt idx="108">
                  <c:v>2.298</c:v>
                </c:pt>
                <c:pt idx="109">
                  <c:v>2.348</c:v>
                </c:pt>
                <c:pt idx="110">
                  <c:v>2.463</c:v>
                </c:pt>
                <c:pt idx="111">
                  <c:v>2.445</c:v>
                </c:pt>
                <c:pt idx="112">
                  <c:v>2.361</c:v>
                </c:pt>
                <c:pt idx="113">
                  <c:v>2.433</c:v>
                </c:pt>
                <c:pt idx="114">
                  <c:v>2.449</c:v>
                </c:pt>
                <c:pt idx="115">
                  <c:v>2.332</c:v>
                </c:pt>
                <c:pt idx="116">
                  <c:v>2.36</c:v>
                </c:pt>
                <c:pt idx="117">
                  <c:v>2.375</c:v>
                </c:pt>
                <c:pt idx="118">
                  <c:v>2.291</c:v>
                </c:pt>
                <c:pt idx="119">
                  <c:v>2.399</c:v>
                </c:pt>
                <c:pt idx="120">
                  <c:v>2.462</c:v>
                </c:pt>
                <c:pt idx="121">
                  <c:v>2.488</c:v>
                </c:pt>
                <c:pt idx="122">
                  <c:v>2.406</c:v>
                </c:pt>
                <c:pt idx="123">
                  <c:v>2.428</c:v>
                </c:pt>
                <c:pt idx="124">
                  <c:v>2.321</c:v>
                </c:pt>
                <c:pt idx="125">
                  <c:v>2.318</c:v>
                </c:pt>
                <c:pt idx="126">
                  <c:v>2.251</c:v>
                </c:pt>
                <c:pt idx="127">
                  <c:v>2.212</c:v>
                </c:pt>
                <c:pt idx="128">
                  <c:v>1.825</c:v>
                </c:pt>
                <c:pt idx="129">
                  <c:v>2.005</c:v>
                </c:pt>
                <c:pt idx="130">
                  <c:v>2.026</c:v>
                </c:pt>
                <c:pt idx="131">
                  <c:v>2.085</c:v>
                </c:pt>
                <c:pt idx="132">
                  <c:v>2.17</c:v>
                </c:pt>
                <c:pt idx="133">
                  <c:v>2.253</c:v>
                </c:pt>
                <c:pt idx="134">
                  <c:v>2.197</c:v>
                </c:pt>
                <c:pt idx="135">
                  <c:v>2.32</c:v>
                </c:pt>
                <c:pt idx="136">
                  <c:v>2.238</c:v>
                </c:pt>
                <c:pt idx="137">
                  <c:v>2.214</c:v>
                </c:pt>
                <c:pt idx="138">
                  <c:v>2.257</c:v>
                </c:pt>
                <c:pt idx="139">
                  <c:v>2.163</c:v>
                </c:pt>
                <c:pt idx="140">
                  <c:v>2.255</c:v>
                </c:pt>
                <c:pt idx="141">
                  <c:v>2.274</c:v>
                </c:pt>
                <c:pt idx="142">
                  <c:v>2.28</c:v>
                </c:pt>
                <c:pt idx="143">
                  <c:v>2.292</c:v>
                </c:pt>
                <c:pt idx="144">
                  <c:v>2.15</c:v>
                </c:pt>
                <c:pt idx="145">
                  <c:v>2.116</c:v>
                </c:pt>
                <c:pt idx="146">
                  <c:v>1.931</c:v>
                </c:pt>
                <c:pt idx="147">
                  <c:v>1.852</c:v>
                </c:pt>
                <c:pt idx="148">
                  <c:v>1.767</c:v>
                </c:pt>
                <c:pt idx="149">
                  <c:v>1.838</c:v>
                </c:pt>
                <c:pt idx="150">
                  <c:v>1.979</c:v>
                </c:pt>
                <c:pt idx="151">
                  <c:v>2.082</c:v>
                </c:pt>
                <c:pt idx="152">
                  <c:v>1.994</c:v>
                </c:pt>
                <c:pt idx="153">
                  <c:v>2.123</c:v>
                </c:pt>
                <c:pt idx="154">
                  <c:v>2.124</c:v>
                </c:pt>
                <c:pt idx="155">
                  <c:v>2.179</c:v>
                </c:pt>
                <c:pt idx="156">
                  <c:v>2.141</c:v>
                </c:pt>
                <c:pt idx="157">
                  <c:v>2.071</c:v>
                </c:pt>
                <c:pt idx="158">
                  <c:v>2.035</c:v>
                </c:pt>
                <c:pt idx="159">
                  <c:v>2.031</c:v>
                </c:pt>
                <c:pt idx="160">
                  <c:v>2.02</c:v>
                </c:pt>
                <c:pt idx="161">
                  <c:v>1.925</c:v>
                </c:pt>
                <c:pt idx="162">
                  <c:v>1.985</c:v>
                </c:pt>
                <c:pt idx="163">
                  <c:v>1.986</c:v>
                </c:pt>
                <c:pt idx="164">
                  <c:v>1.921</c:v>
                </c:pt>
                <c:pt idx="165">
                  <c:v>1.922</c:v>
                </c:pt>
                <c:pt idx="166">
                  <c:v>1.948</c:v>
                </c:pt>
                <c:pt idx="167">
                  <c:v>1.938</c:v>
                </c:pt>
                <c:pt idx="168">
                  <c:v>1.901</c:v>
                </c:pt>
                <c:pt idx="169">
                  <c:v>1.81</c:v>
                </c:pt>
                <c:pt idx="170">
                  <c:v>1.902</c:v>
                </c:pt>
                <c:pt idx="171">
                  <c:v>1.841</c:v>
                </c:pt>
                <c:pt idx="172">
                  <c:v>1.909</c:v>
                </c:pt>
                <c:pt idx="173">
                  <c:v>1.892</c:v>
                </c:pt>
                <c:pt idx="174">
                  <c:v>1.943</c:v>
                </c:pt>
                <c:pt idx="175">
                  <c:v>1.937</c:v>
                </c:pt>
                <c:pt idx="176">
                  <c:v>1.967</c:v>
                </c:pt>
                <c:pt idx="177">
                  <c:v>1.975</c:v>
                </c:pt>
                <c:pt idx="178">
                  <c:v>1.833</c:v>
                </c:pt>
                <c:pt idx="179">
                  <c:v>1.555</c:v>
                </c:pt>
                <c:pt idx="180">
                  <c:v>1.623</c:v>
                </c:pt>
                <c:pt idx="181">
                  <c:v>1.76</c:v>
                </c:pt>
                <c:pt idx="182">
                  <c:v>1.837</c:v>
                </c:pt>
                <c:pt idx="183">
                  <c:v>1.825</c:v>
                </c:pt>
                <c:pt idx="184">
                  <c:v>1.779</c:v>
                </c:pt>
                <c:pt idx="185">
                  <c:v>1.716</c:v>
                </c:pt>
                <c:pt idx="186">
                  <c:v>1.651</c:v>
                </c:pt>
                <c:pt idx="187">
                  <c:v>1.661</c:v>
                </c:pt>
                <c:pt idx="188">
                  <c:v>1.726</c:v>
                </c:pt>
                <c:pt idx="189">
                  <c:v>1.646</c:v>
                </c:pt>
                <c:pt idx="190">
                  <c:v>1.652</c:v>
                </c:pt>
                <c:pt idx="191">
                  <c:v>1.707</c:v>
                </c:pt>
                <c:pt idx="192">
                  <c:v>1.705</c:v>
                </c:pt>
                <c:pt idx="193">
                  <c:v>1.685</c:v>
                </c:pt>
                <c:pt idx="194">
                  <c:v>1.688</c:v>
                </c:pt>
                <c:pt idx="195">
                  <c:v>1.681</c:v>
                </c:pt>
                <c:pt idx="196">
                  <c:v>1.637</c:v>
                </c:pt>
                <c:pt idx="197">
                  <c:v>1.62</c:v>
                </c:pt>
                <c:pt idx="198">
                  <c:v>1.591</c:v>
                </c:pt>
                <c:pt idx="199">
                  <c:v>1.428</c:v>
                </c:pt>
                <c:pt idx="200">
                  <c:v>1.269</c:v>
                </c:pt>
                <c:pt idx="201">
                  <c:v>1.299</c:v>
                </c:pt>
                <c:pt idx="202">
                  <c:v>1.434</c:v>
                </c:pt>
                <c:pt idx="203">
                  <c:v>1.357</c:v>
                </c:pt>
                <c:pt idx="204">
                  <c:v>1.362</c:v>
                </c:pt>
                <c:pt idx="205">
                  <c:v>1.473</c:v>
                </c:pt>
                <c:pt idx="206">
                  <c:v>1.449</c:v>
                </c:pt>
                <c:pt idx="207">
                  <c:v>1.433</c:v>
                </c:pt>
                <c:pt idx="208">
                  <c:v>1.426</c:v>
                </c:pt>
                <c:pt idx="209">
                  <c:v>1.397</c:v>
                </c:pt>
                <c:pt idx="210">
                  <c:v>1.35</c:v>
                </c:pt>
                <c:pt idx="211">
                  <c:v>1.382</c:v>
                </c:pt>
                <c:pt idx="212">
                  <c:v>1.282</c:v>
                </c:pt>
                <c:pt idx="213">
                  <c:v>1.103</c:v>
                </c:pt>
                <c:pt idx="214">
                  <c:v>0.902</c:v>
                </c:pt>
                <c:pt idx="215">
                  <c:v>0.547</c:v>
                </c:pt>
                <c:pt idx="216">
                  <c:v>0.349</c:v>
                </c:pt>
                <c:pt idx="217">
                  <c:v>0.31</c:v>
                </c:pt>
                <c:pt idx="218">
                  <c:v>0.128</c:v>
                </c:pt>
                <c:pt idx="219">
                  <c:v>0.263</c:v>
                </c:pt>
                <c:pt idx="220">
                  <c:v>0.41</c:v>
                </c:pt>
                <c:pt idx="221">
                  <c:v>0.457</c:v>
                </c:pt>
                <c:pt idx="222">
                  <c:v>0.505</c:v>
                </c:pt>
                <c:pt idx="223">
                  <c:v>0.567</c:v>
                </c:pt>
                <c:pt idx="224">
                  <c:v>0.701</c:v>
                </c:pt>
                <c:pt idx="225">
                  <c:v>0.805</c:v>
                </c:pt>
                <c:pt idx="226">
                  <c:v>0.783</c:v>
                </c:pt>
                <c:pt idx="227">
                  <c:v>0.841</c:v>
                </c:pt>
                <c:pt idx="228">
                  <c:v>0.78</c:v>
                </c:pt>
                <c:pt idx="229">
                  <c:v>0.8</c:v>
                </c:pt>
                <c:pt idx="230">
                  <c:v>0.842</c:v>
                </c:pt>
                <c:pt idx="231">
                  <c:v>0.867</c:v>
                </c:pt>
                <c:pt idx="232">
                  <c:v>0.822</c:v>
                </c:pt>
                <c:pt idx="233">
                  <c:v>0.855</c:v>
                </c:pt>
                <c:pt idx="234">
                  <c:v>0.861</c:v>
                </c:pt>
                <c:pt idx="235">
                  <c:v>0.823</c:v>
                </c:pt>
                <c:pt idx="236">
                  <c:v>0.805</c:v>
                </c:pt>
                <c:pt idx="237">
                  <c:v>0.811</c:v>
                </c:pt>
                <c:pt idx="238">
                  <c:v>0.762</c:v>
                </c:pt>
                <c:pt idx="239">
                  <c:v>0.741</c:v>
                </c:pt>
                <c:pt idx="240">
                  <c:v>0.747</c:v>
                </c:pt>
                <c:pt idx="241">
                  <c:v>0.72</c:v>
                </c:pt>
                <c:pt idx="242">
                  <c:v>0.718</c:v>
                </c:pt>
                <c:pt idx="243">
                  <c:v>0.742</c:v>
                </c:pt>
                <c:pt idx="244">
                  <c:v>0.834</c:v>
                </c:pt>
                <c:pt idx="245">
                  <c:v>0.89</c:v>
                </c:pt>
                <c:pt idx="246">
                  <c:v>0.875</c:v>
                </c:pt>
                <c:pt idx="247">
                  <c:v>0.821</c:v>
                </c:pt>
                <c:pt idx="248">
                  <c:v>0.724</c:v>
                </c:pt>
                <c:pt idx="249">
                  <c:v>0.651</c:v>
                </c:pt>
                <c:pt idx="250">
                  <c:v>0.61</c:v>
                </c:pt>
                <c:pt idx="251">
                  <c:v>0.513</c:v>
                </c:pt>
                <c:pt idx="252">
                  <c:v>0.557</c:v>
                </c:pt>
                <c:pt idx="253">
                  <c:v>0.456</c:v>
                </c:pt>
                <c:pt idx="254">
                  <c:v>0.363</c:v>
                </c:pt>
                <c:pt idx="255">
                  <c:v>0.353</c:v>
                </c:pt>
                <c:pt idx="256">
                  <c:v>0.146</c:v>
                </c:pt>
                <c:pt idx="257">
                  <c:v>0.361</c:v>
                </c:pt>
                <c:pt idx="258">
                  <c:v>0.386</c:v>
                </c:pt>
                <c:pt idx="259">
                  <c:v>0.406</c:v>
                </c:pt>
                <c:pt idx="260">
                  <c:v>0.41</c:v>
                </c:pt>
                <c:pt idx="261">
                  <c:v>0.368</c:v>
                </c:pt>
                <c:pt idx="262">
                  <c:v>0.286</c:v>
                </c:pt>
                <c:pt idx="263">
                  <c:v>0.418</c:v>
                </c:pt>
                <c:pt idx="264">
                  <c:v>0.423</c:v>
                </c:pt>
                <c:pt idx="265">
                  <c:v>0.495</c:v>
                </c:pt>
                <c:pt idx="266">
                  <c:v>0.589</c:v>
                </c:pt>
                <c:pt idx="267">
                  <c:v>0.529</c:v>
                </c:pt>
                <c:pt idx="268">
                  <c:v>0.606</c:v>
                </c:pt>
                <c:pt idx="269">
                  <c:v>0.595</c:v>
                </c:pt>
                <c:pt idx="270">
                  <c:v>0.64</c:v>
                </c:pt>
                <c:pt idx="271">
                  <c:v>0.646</c:v>
                </c:pt>
                <c:pt idx="272">
                  <c:v>0.647</c:v>
                </c:pt>
                <c:pt idx="273">
                  <c:v>0.66</c:v>
                </c:pt>
                <c:pt idx="274">
                  <c:v>0.751</c:v>
                </c:pt>
                <c:pt idx="275">
                  <c:v>0.669</c:v>
                </c:pt>
                <c:pt idx="276">
                  <c:v>0.66</c:v>
                </c:pt>
                <c:pt idx="277">
                  <c:v>0.675</c:v>
                </c:pt>
                <c:pt idx="278">
                  <c:v>0.691</c:v>
                </c:pt>
                <c:pt idx="279">
                  <c:v>0.642</c:v>
                </c:pt>
                <c:pt idx="280">
                  <c:v>0.654</c:v>
                </c:pt>
                <c:pt idx="281">
                  <c:v>0.677</c:v>
                </c:pt>
                <c:pt idx="282">
                  <c:v>0.674</c:v>
                </c:pt>
                <c:pt idx="283">
                  <c:v>0.671</c:v>
                </c:pt>
                <c:pt idx="284">
                  <c:v>0.693</c:v>
                </c:pt>
                <c:pt idx="285">
                  <c:v>0.768</c:v>
                </c:pt>
                <c:pt idx="286">
                  <c:v>0.867</c:v>
                </c:pt>
                <c:pt idx="287">
                  <c:v>0.906</c:v>
                </c:pt>
                <c:pt idx="288">
                  <c:v>0.974</c:v>
                </c:pt>
                <c:pt idx="289">
                  <c:v>1.021</c:v>
                </c:pt>
                <c:pt idx="290">
                  <c:v>1.213</c:v>
                </c:pt>
                <c:pt idx="291">
                  <c:v>1.204</c:v>
                </c:pt>
                <c:pt idx="292">
                  <c:v>1.204</c:v>
                </c:pt>
                <c:pt idx="293">
                  <c:v>1.391</c:v>
                </c:pt>
                <c:pt idx="294">
                  <c:v>1.417</c:v>
                </c:pt>
                <c:pt idx="295">
                  <c:v>1.5</c:v>
                </c:pt>
                <c:pt idx="296">
                  <c:v>1.578</c:v>
                </c:pt>
                <c:pt idx="297">
                  <c:v>1.6</c:v>
                </c:pt>
                <c:pt idx="298">
                  <c:v>1.393</c:v>
                </c:pt>
                <c:pt idx="299">
                  <c:v>1.274</c:v>
                </c:pt>
                <c:pt idx="300">
                  <c:v>1.247</c:v>
                </c:pt>
                <c:pt idx="301">
                  <c:v>1.273</c:v>
                </c:pt>
                <c:pt idx="302">
                  <c:v>1.262</c:v>
                </c:pt>
                <c:pt idx="303">
                  <c:v>1.458</c:v>
                </c:pt>
                <c:pt idx="304">
                  <c:v>1.598</c:v>
                </c:pt>
                <c:pt idx="305">
                  <c:v>1.649</c:v>
                </c:pt>
                <c:pt idx="306">
                  <c:v>1.864</c:v>
                </c:pt>
                <c:pt idx="307">
                  <c:v>1.683</c:v>
                </c:pt>
                <c:pt idx="308">
                  <c:v>1.662</c:v>
                </c:pt>
                <c:pt idx="309">
                  <c:v>1.79</c:v>
                </c:pt>
                <c:pt idx="310">
                  <c:v>1.734</c:v>
                </c:pt>
                <c:pt idx="311">
                  <c:v>1.789</c:v>
                </c:pt>
                <c:pt idx="312">
                  <c:v>1.911</c:v>
                </c:pt>
                <c:pt idx="313">
                  <c:v>2.155</c:v>
                </c:pt>
                <c:pt idx="314">
                  <c:v>2.153</c:v>
                </c:pt>
                <c:pt idx="315">
                  <c:v>2.176</c:v>
                </c:pt>
                <c:pt idx="316">
                  <c:v>2.111</c:v>
                </c:pt>
                <c:pt idx="317">
                  <c:v>2.092</c:v>
                </c:pt>
                <c:pt idx="318">
                  <c:v>2.189</c:v>
                </c:pt>
                <c:pt idx="319">
                  <c:v>2.252</c:v>
                </c:pt>
                <c:pt idx="320">
                  <c:v>2.252</c:v>
                </c:pt>
                <c:pt idx="321">
                  <c:v>2.29</c:v>
                </c:pt>
                <c:pt idx="322">
                  <c:v>2.35</c:v>
                </c:pt>
                <c:pt idx="323">
                  <c:v>2.48</c:v>
                </c:pt>
                <c:pt idx="324">
                  <c:v>2.645</c:v>
                </c:pt>
                <c:pt idx="325">
                  <c:v>2.846</c:v>
                </c:pt>
                <c:pt idx="326">
                  <c:v>2.803</c:v>
                </c:pt>
                <c:pt idx="327">
                  <c:v>3.026</c:v>
                </c:pt>
                <c:pt idx="328">
                  <c:v>3.096</c:v>
                </c:pt>
                <c:pt idx="329">
                  <c:v>3.067</c:v>
                </c:pt>
                <c:pt idx="330">
                  <c:v>3.068</c:v>
                </c:pt>
                <c:pt idx="331">
                  <c:v>3.3</c:v>
                </c:pt>
                <c:pt idx="332">
                  <c:v>3.354</c:v>
                </c:pt>
                <c:pt idx="333">
                  <c:v>3.577</c:v>
                </c:pt>
                <c:pt idx="334">
                  <c:v>3.342</c:v>
                </c:pt>
                <c:pt idx="335">
                  <c:v>3.64</c:v>
                </c:pt>
                <c:pt idx="336">
                  <c:v>3.721</c:v>
                </c:pt>
                <c:pt idx="337">
                  <c:v>3.859</c:v>
                </c:pt>
                <c:pt idx="338">
                  <c:v>3.873</c:v>
                </c:pt>
                <c:pt idx="339">
                  <c:v>3.982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10Y</c:v>
                </c:pt>
              </c:strCache>
            </c:strRef>
          </c:tx>
          <c:spPr>
            <a:ln w="25400">
              <a:solidFill>
                <a:srgbClr val="DB0011"/>
              </a:solidFill>
            </a:ln>
          </c:spPr>
          <c:marker>
            <c:symbol val="none"/>
          </c:marker>
          <c:cat>
            <c:strRef>
              <c:f>Sheet1!$A$2:$A$341</c:f>
              <c:strCache>
                <c:ptCount val="340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>2000</c:v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/>
                </c:pt>
                <c:pt idx="39">
                  <c:v/>
                </c:pt>
                <c:pt idx="40">
                  <c:v/>
                </c:pt>
                <c:pt idx="41">
                  <c:v/>
                </c:pt>
                <c:pt idx="42">
                  <c:v/>
                </c:pt>
                <c:pt idx="43">
                  <c:v/>
                </c:pt>
                <c:pt idx="44">
                  <c:v/>
                </c:pt>
                <c:pt idx="45">
                  <c:v/>
                </c:pt>
                <c:pt idx="46">
                  <c:v/>
                </c:pt>
                <c:pt idx="47">
                  <c:v/>
                </c:pt>
                <c:pt idx="48">
                  <c:v/>
                </c:pt>
                <c:pt idx="49">
                  <c:v/>
                </c:pt>
                <c:pt idx="50">
                  <c:v/>
                </c:pt>
                <c:pt idx="51">
                  <c:v/>
                </c:pt>
                <c:pt idx="52">
                  <c:v/>
                </c:pt>
                <c:pt idx="53">
                  <c:v/>
                </c:pt>
                <c:pt idx="54">
                  <c:v/>
                </c:pt>
                <c:pt idx="55">
                  <c:v/>
                </c:pt>
                <c:pt idx="56">
                  <c:v/>
                </c:pt>
                <c:pt idx="57">
                  <c:v/>
                </c:pt>
                <c:pt idx="58">
                  <c:v/>
                </c:pt>
                <c:pt idx="59">
                  <c:v/>
                </c:pt>
                <c:pt idx="60">
                  <c:v/>
                </c:pt>
                <c:pt idx="61">
                  <c:v/>
                </c:pt>
                <c:pt idx="62">
                  <c:v/>
                </c:pt>
                <c:pt idx="63">
                  <c:v/>
                </c:pt>
                <c:pt idx="64">
                  <c:v/>
                </c:pt>
                <c:pt idx="65">
                  <c:v/>
                </c:pt>
                <c:pt idx="66">
                  <c:v/>
                </c:pt>
                <c:pt idx="67">
                  <c:v/>
                </c:pt>
                <c:pt idx="68">
                  <c:v/>
                </c:pt>
                <c:pt idx="69">
                  <c:v>2004</c:v>
                </c:pt>
                <c:pt idx="70">
                  <c:v/>
                </c:pt>
                <c:pt idx="71">
                  <c:v/>
                </c:pt>
                <c:pt idx="72">
                  <c:v/>
                </c:pt>
                <c:pt idx="73">
                  <c:v/>
                </c:pt>
                <c:pt idx="74">
                  <c:v/>
                </c:pt>
                <c:pt idx="75">
                  <c:v/>
                </c:pt>
                <c:pt idx="76">
                  <c:v/>
                </c:pt>
                <c:pt idx="77">
                  <c:v/>
                </c:pt>
                <c:pt idx="78">
                  <c:v/>
                </c:pt>
                <c:pt idx="79">
                  <c:v/>
                </c:pt>
                <c:pt idx="80">
                  <c:v/>
                </c:pt>
                <c:pt idx="81">
                  <c:v/>
                </c:pt>
                <c:pt idx="82">
                  <c:v/>
                </c:pt>
                <c:pt idx="83">
                  <c:v/>
                </c:pt>
                <c:pt idx="84">
                  <c:v/>
                </c:pt>
                <c:pt idx="85">
                  <c:v/>
                </c:pt>
                <c:pt idx="86">
                  <c:v/>
                </c:pt>
                <c:pt idx="87">
                  <c:v/>
                </c:pt>
                <c:pt idx="88">
                  <c:v/>
                </c:pt>
                <c:pt idx="89">
                  <c:v/>
                </c:pt>
                <c:pt idx="90">
                  <c:v/>
                </c:pt>
                <c:pt idx="91">
                  <c:v/>
                </c:pt>
                <c:pt idx="92">
                  <c:v/>
                </c:pt>
                <c:pt idx="93">
                  <c:v/>
                </c:pt>
                <c:pt idx="94">
                  <c:v/>
                </c:pt>
                <c:pt idx="95">
                  <c:v/>
                </c:pt>
                <c:pt idx="96">
                  <c:v/>
                </c:pt>
                <c:pt idx="97">
                  <c:v/>
                </c:pt>
                <c:pt idx="98">
                  <c:v/>
                </c:pt>
                <c:pt idx="99">
                  <c:v/>
                </c:pt>
                <c:pt idx="100">
                  <c:v/>
                </c:pt>
                <c:pt idx="101">
                  <c:v/>
                </c:pt>
                <c:pt idx="102">
                  <c:v/>
                </c:pt>
                <c:pt idx="103">
                  <c:v/>
                </c:pt>
                <c:pt idx="104">
                  <c:v/>
                </c:pt>
                <c:pt idx="105">
                  <c:v/>
                </c:pt>
                <c:pt idx="106">
                  <c:v/>
                </c:pt>
                <c:pt idx="107">
                  <c:v/>
                </c:pt>
                <c:pt idx="108">
                  <c:v/>
                </c:pt>
                <c:pt idx="109">
                  <c:v/>
                </c:pt>
                <c:pt idx="110">
                  <c:v/>
                </c:pt>
                <c:pt idx="111">
                  <c:v/>
                </c:pt>
                <c:pt idx="112">
                  <c:v/>
                </c:pt>
                <c:pt idx="113">
                  <c:v/>
                </c:pt>
                <c:pt idx="114">
                  <c:v/>
                </c:pt>
                <c:pt idx="115">
                  <c:v/>
                </c:pt>
                <c:pt idx="116">
                  <c:v/>
                </c:pt>
                <c:pt idx="117">
                  <c:v>2008</c:v>
                </c:pt>
                <c:pt idx="118">
                  <c:v/>
                </c:pt>
                <c:pt idx="119">
                  <c:v/>
                </c:pt>
                <c:pt idx="120">
                  <c:v/>
                </c:pt>
                <c:pt idx="121">
                  <c:v/>
                </c:pt>
                <c:pt idx="122">
                  <c:v/>
                </c:pt>
                <c:pt idx="123">
                  <c:v/>
                </c:pt>
                <c:pt idx="124">
                  <c:v/>
                </c:pt>
                <c:pt idx="125">
                  <c:v/>
                </c:pt>
                <c:pt idx="126">
                  <c:v/>
                </c:pt>
                <c:pt idx="127">
                  <c:v/>
                </c:pt>
                <c:pt idx="128">
                  <c:v/>
                </c:pt>
                <c:pt idx="129">
                  <c:v/>
                </c:pt>
                <c:pt idx="130">
                  <c:v/>
                </c:pt>
                <c:pt idx="131">
                  <c:v/>
                </c:pt>
                <c:pt idx="132">
                  <c:v/>
                </c:pt>
                <c:pt idx="133">
                  <c:v/>
                </c:pt>
                <c:pt idx="134">
                  <c:v/>
                </c:pt>
                <c:pt idx="135">
                  <c:v/>
                </c:pt>
                <c:pt idx="136">
                  <c:v/>
                </c:pt>
                <c:pt idx="137">
                  <c:v/>
                </c:pt>
                <c:pt idx="138">
                  <c:v/>
                </c:pt>
                <c:pt idx="139">
                  <c:v/>
                </c:pt>
                <c:pt idx="140">
                  <c:v/>
                </c:pt>
                <c:pt idx="141">
                  <c:v/>
                </c:pt>
                <c:pt idx="142">
                  <c:v/>
                </c:pt>
                <c:pt idx="143">
                  <c:v/>
                </c:pt>
                <c:pt idx="144">
                  <c:v/>
                </c:pt>
                <c:pt idx="145">
                  <c:v/>
                </c:pt>
                <c:pt idx="146">
                  <c:v/>
                </c:pt>
                <c:pt idx="147">
                  <c:v/>
                </c:pt>
                <c:pt idx="148">
                  <c:v/>
                </c:pt>
                <c:pt idx="149">
                  <c:v/>
                </c:pt>
                <c:pt idx="150">
                  <c:v/>
                </c:pt>
                <c:pt idx="151">
                  <c:v/>
                </c:pt>
                <c:pt idx="152">
                  <c:v/>
                </c:pt>
                <c:pt idx="153">
                  <c:v/>
                </c:pt>
                <c:pt idx="154">
                  <c:v/>
                </c:pt>
                <c:pt idx="155">
                  <c:v/>
                </c:pt>
                <c:pt idx="156">
                  <c:v/>
                </c:pt>
                <c:pt idx="157">
                  <c:v/>
                </c:pt>
                <c:pt idx="158">
                  <c:v/>
                </c:pt>
                <c:pt idx="159">
                  <c:v/>
                </c:pt>
                <c:pt idx="160">
                  <c:v/>
                </c:pt>
                <c:pt idx="161">
                  <c:v/>
                </c:pt>
                <c:pt idx="162">
                  <c:v/>
                </c:pt>
                <c:pt idx="163">
                  <c:v/>
                </c:pt>
                <c:pt idx="164">
                  <c:v/>
                </c:pt>
                <c:pt idx="165">
                  <c:v>2012</c:v>
                </c:pt>
                <c:pt idx="166">
                  <c:v/>
                </c:pt>
                <c:pt idx="167">
                  <c:v/>
                </c:pt>
                <c:pt idx="168">
                  <c:v/>
                </c:pt>
                <c:pt idx="169">
                  <c:v/>
                </c:pt>
                <c:pt idx="170">
                  <c:v/>
                </c:pt>
                <c:pt idx="171">
                  <c:v/>
                </c:pt>
                <c:pt idx="172">
                  <c:v/>
                </c:pt>
                <c:pt idx="173">
                  <c:v/>
                </c:pt>
                <c:pt idx="174">
                  <c:v/>
                </c:pt>
                <c:pt idx="175">
                  <c:v/>
                </c:pt>
                <c:pt idx="176">
                  <c:v/>
                </c:pt>
                <c:pt idx="177">
                  <c:v/>
                </c:pt>
                <c:pt idx="178">
                  <c:v/>
                </c:pt>
                <c:pt idx="179">
                  <c:v/>
                </c:pt>
                <c:pt idx="180">
                  <c:v/>
                </c:pt>
                <c:pt idx="181">
                  <c:v/>
                </c:pt>
                <c:pt idx="182">
                  <c:v/>
                </c:pt>
                <c:pt idx="183">
                  <c:v/>
                </c:pt>
                <c:pt idx="184">
                  <c:v/>
                </c:pt>
                <c:pt idx="185">
                  <c:v/>
                </c:pt>
                <c:pt idx="186">
                  <c:v/>
                </c:pt>
                <c:pt idx="187">
                  <c:v/>
                </c:pt>
                <c:pt idx="188">
                  <c:v/>
                </c:pt>
                <c:pt idx="189">
                  <c:v/>
                </c:pt>
                <c:pt idx="190">
                  <c:v/>
                </c:pt>
                <c:pt idx="191">
                  <c:v/>
                </c:pt>
                <c:pt idx="192">
                  <c:v/>
                </c:pt>
                <c:pt idx="193">
                  <c:v/>
                </c:pt>
                <c:pt idx="194">
                  <c:v/>
                </c:pt>
                <c:pt idx="195">
                  <c:v/>
                </c:pt>
                <c:pt idx="196">
                  <c:v/>
                </c:pt>
                <c:pt idx="197">
                  <c:v/>
                </c:pt>
                <c:pt idx="198">
                  <c:v/>
                </c:pt>
                <c:pt idx="199">
                  <c:v/>
                </c:pt>
                <c:pt idx="200">
                  <c:v/>
                </c:pt>
                <c:pt idx="201">
                  <c:v/>
                </c:pt>
                <c:pt idx="202">
                  <c:v/>
                </c:pt>
                <c:pt idx="203">
                  <c:v/>
                </c:pt>
                <c:pt idx="204">
                  <c:v/>
                </c:pt>
                <c:pt idx="205">
                  <c:v/>
                </c:pt>
                <c:pt idx="206">
                  <c:v/>
                </c:pt>
                <c:pt idx="207">
                  <c:v/>
                </c:pt>
                <c:pt idx="208">
                  <c:v/>
                </c:pt>
                <c:pt idx="209">
                  <c:v/>
                </c:pt>
                <c:pt idx="210">
                  <c:v/>
                </c:pt>
                <c:pt idx="211">
                  <c:v/>
                </c:pt>
                <c:pt idx="212">
                  <c:v/>
                </c:pt>
                <c:pt idx="213">
                  <c:v>2016</c:v>
                </c:pt>
                <c:pt idx="214">
                  <c:v/>
                </c:pt>
                <c:pt idx="215">
                  <c:v/>
                </c:pt>
                <c:pt idx="216">
                  <c:v/>
                </c:pt>
                <c:pt idx="217">
                  <c:v/>
                </c:pt>
                <c:pt idx="218">
                  <c:v/>
                </c:pt>
                <c:pt idx="219">
                  <c:v/>
                </c:pt>
                <c:pt idx="220">
                  <c:v/>
                </c:pt>
                <c:pt idx="221">
                  <c:v/>
                </c:pt>
                <c:pt idx="222">
                  <c:v/>
                </c:pt>
                <c:pt idx="223">
                  <c:v/>
                </c:pt>
                <c:pt idx="224">
                  <c:v/>
                </c:pt>
                <c:pt idx="225">
                  <c:v/>
                </c:pt>
                <c:pt idx="226">
                  <c:v/>
                </c:pt>
                <c:pt idx="227">
                  <c:v/>
                </c:pt>
                <c:pt idx="228">
                  <c:v/>
                </c:pt>
                <c:pt idx="229">
                  <c:v/>
                </c:pt>
                <c:pt idx="230">
                  <c:v/>
                </c:pt>
                <c:pt idx="231">
                  <c:v/>
                </c:pt>
                <c:pt idx="232">
                  <c:v/>
                </c:pt>
                <c:pt idx="233">
                  <c:v/>
                </c:pt>
                <c:pt idx="234">
                  <c:v/>
                </c:pt>
                <c:pt idx="235">
                  <c:v/>
                </c:pt>
                <c:pt idx="236">
                  <c:v/>
                </c:pt>
                <c:pt idx="237">
                  <c:v/>
                </c:pt>
                <c:pt idx="238">
                  <c:v/>
                </c:pt>
                <c:pt idx="239">
                  <c:v/>
                </c:pt>
                <c:pt idx="240">
                  <c:v/>
                </c:pt>
                <c:pt idx="241">
                  <c:v/>
                </c:pt>
                <c:pt idx="242">
                  <c:v/>
                </c:pt>
                <c:pt idx="243">
                  <c:v/>
                </c:pt>
                <c:pt idx="244">
                  <c:v/>
                </c:pt>
                <c:pt idx="245">
                  <c:v/>
                </c:pt>
                <c:pt idx="246">
                  <c:v/>
                </c:pt>
                <c:pt idx="247">
                  <c:v/>
                </c:pt>
                <c:pt idx="248">
                  <c:v/>
                </c:pt>
                <c:pt idx="249">
                  <c:v/>
                </c:pt>
                <c:pt idx="250">
                  <c:v/>
                </c:pt>
                <c:pt idx="251">
                  <c:v/>
                </c:pt>
                <c:pt idx="252">
                  <c:v/>
                </c:pt>
                <c:pt idx="253">
                  <c:v/>
                </c:pt>
                <c:pt idx="254">
                  <c:v/>
                </c:pt>
                <c:pt idx="255">
                  <c:v/>
                </c:pt>
                <c:pt idx="256">
                  <c:v/>
                </c:pt>
                <c:pt idx="257">
                  <c:v/>
                </c:pt>
                <c:pt idx="258">
                  <c:v/>
                </c:pt>
                <c:pt idx="259">
                  <c:v/>
                </c:pt>
                <c:pt idx="260">
                  <c:v/>
                </c:pt>
                <c:pt idx="261">
                  <c:v>2020</c:v>
                </c:pt>
                <c:pt idx="262">
                  <c:v/>
                </c:pt>
                <c:pt idx="263">
                  <c:v/>
                </c:pt>
                <c:pt idx="264">
                  <c:v/>
                </c:pt>
                <c:pt idx="265">
                  <c:v/>
                </c:pt>
                <c:pt idx="266">
                  <c:v/>
                </c:pt>
                <c:pt idx="267">
                  <c:v/>
                </c:pt>
                <c:pt idx="268">
                  <c:v/>
                </c:pt>
                <c:pt idx="269">
                  <c:v/>
                </c:pt>
                <c:pt idx="270">
                  <c:v/>
                </c:pt>
                <c:pt idx="271">
                  <c:v/>
                </c:pt>
                <c:pt idx="272">
                  <c:v/>
                </c:pt>
                <c:pt idx="273">
                  <c:v/>
                </c:pt>
                <c:pt idx="274">
                  <c:v/>
                </c:pt>
                <c:pt idx="275">
                  <c:v/>
                </c:pt>
                <c:pt idx="276">
                  <c:v/>
                </c:pt>
                <c:pt idx="277">
                  <c:v/>
                </c:pt>
                <c:pt idx="278">
                  <c:v/>
                </c:pt>
                <c:pt idx="279">
                  <c:v/>
                </c:pt>
                <c:pt idx="280">
                  <c:v/>
                </c:pt>
                <c:pt idx="281">
                  <c:v/>
                </c:pt>
                <c:pt idx="282">
                  <c:v/>
                </c:pt>
                <c:pt idx="283">
                  <c:v/>
                </c:pt>
                <c:pt idx="284">
                  <c:v/>
                </c:pt>
                <c:pt idx="285">
                  <c:v/>
                </c:pt>
                <c:pt idx="286">
                  <c:v/>
                </c:pt>
                <c:pt idx="287">
                  <c:v/>
                </c:pt>
                <c:pt idx="288">
                  <c:v/>
                </c:pt>
                <c:pt idx="289">
                  <c:v/>
                </c:pt>
                <c:pt idx="290">
                  <c:v/>
                </c:pt>
                <c:pt idx="291">
                  <c:v/>
                </c:pt>
                <c:pt idx="292">
                  <c:v/>
                </c:pt>
                <c:pt idx="293">
                  <c:v/>
                </c:pt>
                <c:pt idx="294">
                  <c:v/>
                </c:pt>
                <c:pt idx="295">
                  <c:v/>
                </c:pt>
                <c:pt idx="296">
                  <c:v/>
                </c:pt>
                <c:pt idx="297">
                  <c:v/>
                </c:pt>
                <c:pt idx="298">
                  <c:v/>
                </c:pt>
                <c:pt idx="299">
                  <c:v/>
                </c:pt>
                <c:pt idx="300">
                  <c:v/>
                </c:pt>
                <c:pt idx="301">
                  <c:v/>
                </c:pt>
                <c:pt idx="302">
                  <c:v/>
                </c:pt>
                <c:pt idx="303">
                  <c:v/>
                </c:pt>
                <c:pt idx="304">
                  <c:v/>
                </c:pt>
                <c:pt idx="305">
                  <c:v/>
                </c:pt>
                <c:pt idx="306">
                  <c:v/>
                </c:pt>
                <c:pt idx="307">
                  <c:v/>
                </c:pt>
                <c:pt idx="308">
                  <c:v/>
                </c:pt>
                <c:pt idx="309">
                  <c:v>2024</c:v>
                </c:pt>
                <c:pt idx="310">
                  <c:v/>
                </c:pt>
                <c:pt idx="311">
                  <c:v/>
                </c:pt>
                <c:pt idx="312">
                  <c:v/>
                </c:pt>
                <c:pt idx="313">
                  <c:v/>
                </c:pt>
                <c:pt idx="314">
                  <c:v/>
                </c:pt>
                <c:pt idx="315">
                  <c:v/>
                </c:pt>
                <c:pt idx="316">
                  <c:v/>
                </c:pt>
                <c:pt idx="317">
                  <c:v/>
                </c:pt>
                <c:pt idx="318">
                  <c:v/>
                </c:pt>
                <c:pt idx="319">
                  <c:v/>
                </c:pt>
                <c:pt idx="320">
                  <c:v/>
                </c:pt>
                <c:pt idx="321">
                  <c:v/>
                </c:pt>
                <c:pt idx="322">
                  <c:v/>
                </c:pt>
                <c:pt idx="323">
                  <c:v/>
                </c:pt>
                <c:pt idx="324">
                  <c:v/>
                </c:pt>
                <c:pt idx="325">
                  <c:v/>
                </c:pt>
                <c:pt idx="326">
                  <c:v/>
                </c:pt>
                <c:pt idx="327">
                  <c:v/>
                </c:pt>
                <c:pt idx="328">
                  <c:v/>
                </c:pt>
                <c:pt idx="329">
                  <c:v/>
                </c:pt>
                <c:pt idx="330">
                  <c:v/>
                </c:pt>
                <c:pt idx="331">
                  <c:v/>
                </c:pt>
                <c:pt idx="332">
                  <c:v/>
                </c:pt>
                <c:pt idx="333">
                  <c:v/>
                </c:pt>
                <c:pt idx="334">
                  <c:v/>
                </c:pt>
                <c:pt idx="335">
                  <c:v/>
                </c:pt>
                <c:pt idx="336">
                  <c:v/>
                </c:pt>
                <c:pt idx="337">
                  <c:v/>
                </c:pt>
                <c:pt idx="338">
                  <c:v/>
                </c:pt>
                <c:pt idx="339">
                  <c:v/>
                </c:pt>
              </c:strCache>
            </c:strRef>
          </c:cat>
          <c:val>
            <c:numRef>
              <c:f>Sheet1!$C$2:$C$341</c:f>
              <c:numCache>
                <c:formatCode>General</c:formatCode>
                <c:ptCount val="340"/>
                <c:pt idx="0">
                  <c:v>1.759</c:v>
                </c:pt>
                <c:pt idx="1">
                  <c:v>1.507</c:v>
                </c:pt>
                <c:pt idx="2">
                  <c:v>1.629</c:v>
                </c:pt>
                <c:pt idx="3">
                  <c:v>1.572</c:v>
                </c:pt>
                <c:pt idx="4">
                  <c:v>1.338</c:v>
                </c:pt>
                <c:pt idx="5">
                  <c:v>0.827</c:v>
                </c:pt>
                <c:pt idx="6">
                  <c:v>0.879</c:v>
                </c:pt>
                <c:pt idx="7">
                  <c:v>1.134</c:v>
                </c:pt>
                <c:pt idx="8">
                  <c:v>2.117</c:v>
                </c:pt>
                <c:pt idx="9">
                  <c:v>2.07</c:v>
                </c:pt>
                <c:pt idx="10">
                  <c:v>1.993</c:v>
                </c:pt>
                <c:pt idx="11">
                  <c:v>1.716</c:v>
                </c:pt>
                <c:pt idx="12">
                  <c:v>1.387</c:v>
                </c:pt>
                <c:pt idx="13">
                  <c:v>1.448</c:v>
                </c:pt>
                <c:pt idx="14">
                  <c:v>1.868</c:v>
                </c:pt>
                <c:pt idx="15">
                  <c:v>1.74</c:v>
                </c:pt>
                <c:pt idx="16">
                  <c:v>1.911</c:v>
                </c:pt>
                <c:pt idx="17">
                  <c:v>1.619</c:v>
                </c:pt>
                <c:pt idx="18">
                  <c:v>1.743</c:v>
                </c:pt>
                <c:pt idx="19">
                  <c:v>1.808</c:v>
                </c:pt>
                <c:pt idx="20">
                  <c:v>1.68</c:v>
                </c:pt>
                <c:pt idx="21">
                  <c:v>1.671</c:v>
                </c:pt>
                <c:pt idx="22">
                  <c:v>1.827</c:v>
                </c:pt>
                <c:pt idx="23">
                  <c:v>1.776</c:v>
                </c:pt>
                <c:pt idx="24">
                  <c:v>1.739</c:v>
                </c:pt>
                <c:pt idx="25">
                  <c:v>1.648</c:v>
                </c:pt>
                <c:pt idx="26">
                  <c:v>1.712</c:v>
                </c:pt>
                <c:pt idx="27">
                  <c:v>1.649</c:v>
                </c:pt>
                <c:pt idx="28">
                  <c:v>1.863</c:v>
                </c:pt>
                <c:pt idx="29">
                  <c:v>1.824</c:v>
                </c:pt>
                <c:pt idx="30">
                  <c:v>1.799</c:v>
                </c:pt>
                <c:pt idx="31">
                  <c:v>1.61</c:v>
                </c:pt>
                <c:pt idx="32">
                  <c:v>1.65</c:v>
                </c:pt>
                <c:pt idx="33">
                  <c:v>1.455</c:v>
                </c:pt>
                <c:pt idx="34">
                  <c:v>1.323</c:v>
                </c:pt>
                <c:pt idx="35">
                  <c:v>1.24</c:v>
                </c:pt>
                <c:pt idx="36">
                  <c:v>1.325</c:v>
                </c:pt>
                <c:pt idx="37">
                  <c:v>1.216</c:v>
                </c:pt>
                <c:pt idx="38">
                  <c:v>1.183</c:v>
                </c:pt>
                <c:pt idx="39">
                  <c:v>1.333</c:v>
                </c:pt>
                <c:pt idx="40">
                  <c:v>1.328</c:v>
                </c:pt>
                <c:pt idx="41">
                  <c:v>1.409</c:v>
                </c:pt>
                <c:pt idx="42">
                  <c:v>1.326</c:v>
                </c:pt>
                <c:pt idx="43">
                  <c:v>1.355</c:v>
                </c:pt>
                <c:pt idx="44">
                  <c:v>1.369</c:v>
                </c:pt>
                <c:pt idx="45">
                  <c:v>1.486</c:v>
                </c:pt>
                <c:pt idx="46">
                  <c:v>1.511</c:v>
                </c:pt>
                <c:pt idx="47">
                  <c:v>1.399</c:v>
                </c:pt>
                <c:pt idx="48">
                  <c:v>1.375</c:v>
                </c:pt>
                <c:pt idx="49">
                  <c:v>1.371</c:v>
                </c:pt>
                <c:pt idx="50">
                  <c:v>1.305</c:v>
                </c:pt>
                <c:pt idx="51">
                  <c:v>1.314</c:v>
                </c:pt>
                <c:pt idx="52">
                  <c:v>1.144</c:v>
                </c:pt>
                <c:pt idx="53">
                  <c:v>1.165</c:v>
                </c:pt>
                <c:pt idx="54">
                  <c:v>0.988</c:v>
                </c:pt>
                <c:pt idx="55">
                  <c:v>0.973</c:v>
                </c:pt>
                <c:pt idx="56">
                  <c:v>0.906</c:v>
                </c:pt>
                <c:pt idx="57">
                  <c:v>0.81</c:v>
                </c:pt>
                <c:pt idx="58">
                  <c:v>0.786</c:v>
                </c:pt>
                <c:pt idx="59">
                  <c:v>0.705</c:v>
                </c:pt>
                <c:pt idx="60">
                  <c:v>0.612</c:v>
                </c:pt>
                <c:pt idx="61">
                  <c:v>0.538</c:v>
                </c:pt>
                <c:pt idx="62">
                  <c:v>0.821</c:v>
                </c:pt>
                <c:pt idx="63">
                  <c:v>0.938</c:v>
                </c:pt>
                <c:pt idx="64">
                  <c:v>1.432</c:v>
                </c:pt>
                <c:pt idx="65">
                  <c:v>1.398</c:v>
                </c:pt>
                <c:pt idx="66">
                  <c:v>1.463</c:v>
                </c:pt>
                <c:pt idx="67">
                  <c:v>1.315</c:v>
                </c:pt>
                <c:pt idx="68">
                  <c:v>1.363</c:v>
                </c:pt>
                <c:pt idx="69">
                  <c:v>1.322</c:v>
                </c:pt>
                <c:pt idx="70">
                  <c:v>1.243</c:v>
                </c:pt>
                <c:pt idx="71">
                  <c:v>1.434</c:v>
                </c:pt>
                <c:pt idx="72">
                  <c:v>1.535</c:v>
                </c:pt>
                <c:pt idx="73">
                  <c:v>1.535</c:v>
                </c:pt>
                <c:pt idx="74">
                  <c:v>1.766</c:v>
                </c:pt>
                <c:pt idx="75">
                  <c:v>1.854</c:v>
                </c:pt>
                <c:pt idx="76">
                  <c:v>1.568</c:v>
                </c:pt>
                <c:pt idx="77">
                  <c:v>1.451</c:v>
                </c:pt>
                <c:pt idx="78">
                  <c:v>1.499</c:v>
                </c:pt>
                <c:pt idx="79">
                  <c:v>1.463</c:v>
                </c:pt>
                <c:pt idx="80">
                  <c:v>1.437</c:v>
                </c:pt>
                <c:pt idx="81">
                  <c:v>1.333</c:v>
                </c:pt>
                <c:pt idx="82">
                  <c:v>1.469</c:v>
                </c:pt>
                <c:pt idx="83">
                  <c:v>1.333</c:v>
                </c:pt>
                <c:pt idx="84">
                  <c:v>1.247</c:v>
                </c:pt>
                <c:pt idx="85">
                  <c:v>1.262</c:v>
                </c:pt>
                <c:pt idx="86">
                  <c:v>1.174</c:v>
                </c:pt>
                <c:pt idx="87">
                  <c:v>1.307</c:v>
                </c:pt>
                <c:pt idx="88">
                  <c:v>1.347</c:v>
                </c:pt>
                <c:pt idx="89">
                  <c:v>1.472</c:v>
                </c:pt>
                <c:pt idx="90">
                  <c:v>1.549</c:v>
                </c:pt>
                <c:pt idx="91">
                  <c:v>1.445</c:v>
                </c:pt>
                <c:pt idx="92">
                  <c:v>1.473</c:v>
                </c:pt>
                <c:pt idx="93">
                  <c:v>1.555</c:v>
                </c:pt>
                <c:pt idx="94">
                  <c:v>1.586</c:v>
                </c:pt>
                <c:pt idx="95">
                  <c:v>1.754</c:v>
                </c:pt>
                <c:pt idx="96">
                  <c:v>1.913</c:v>
                </c:pt>
                <c:pt idx="97">
                  <c:v>1.831</c:v>
                </c:pt>
                <c:pt idx="98">
                  <c:v>1.914</c:v>
                </c:pt>
                <c:pt idx="99">
                  <c:v>1.932</c:v>
                </c:pt>
                <c:pt idx="100">
                  <c:v>1.644</c:v>
                </c:pt>
                <c:pt idx="101">
                  <c:v>1.671</c:v>
                </c:pt>
                <c:pt idx="102">
                  <c:v>1.722</c:v>
                </c:pt>
                <c:pt idx="103">
                  <c:v>1.67</c:v>
                </c:pt>
                <c:pt idx="104">
                  <c:v>1.678</c:v>
                </c:pt>
                <c:pt idx="105">
                  <c:v>1.704</c:v>
                </c:pt>
                <c:pt idx="106">
                  <c:v>1.644</c:v>
                </c:pt>
                <c:pt idx="107">
                  <c:v>1.655</c:v>
                </c:pt>
                <c:pt idx="108">
                  <c:v>1.631</c:v>
                </c:pt>
                <c:pt idx="109">
                  <c:v>1.751</c:v>
                </c:pt>
                <c:pt idx="110">
                  <c:v>1.866</c:v>
                </c:pt>
                <c:pt idx="111">
                  <c:v>1.801</c:v>
                </c:pt>
                <c:pt idx="112">
                  <c:v>1.616</c:v>
                </c:pt>
                <c:pt idx="113">
                  <c:v>1.679</c:v>
                </c:pt>
                <c:pt idx="114">
                  <c:v>1.615</c:v>
                </c:pt>
                <c:pt idx="115">
                  <c:v>1.499</c:v>
                </c:pt>
                <c:pt idx="116">
                  <c:v>1.502</c:v>
                </c:pt>
                <c:pt idx="117">
                  <c:v>1.443</c:v>
                </c:pt>
                <c:pt idx="118">
                  <c:v>1.373</c:v>
                </c:pt>
                <c:pt idx="119">
                  <c:v>1.285</c:v>
                </c:pt>
                <c:pt idx="120">
                  <c:v>1.564</c:v>
                </c:pt>
                <c:pt idx="121">
                  <c:v>1.758</c:v>
                </c:pt>
                <c:pt idx="122">
                  <c:v>1.606</c:v>
                </c:pt>
                <c:pt idx="123">
                  <c:v>1.545</c:v>
                </c:pt>
                <c:pt idx="124">
                  <c:v>1.421</c:v>
                </c:pt>
                <c:pt idx="125">
                  <c:v>1.465</c:v>
                </c:pt>
                <c:pt idx="126">
                  <c:v>1.473</c:v>
                </c:pt>
                <c:pt idx="127">
                  <c:v>1.419</c:v>
                </c:pt>
                <c:pt idx="128">
                  <c:v>1.177</c:v>
                </c:pt>
                <c:pt idx="129">
                  <c:v>1.303</c:v>
                </c:pt>
                <c:pt idx="130">
                  <c:v>1.295</c:v>
                </c:pt>
                <c:pt idx="131">
                  <c:v>1.342</c:v>
                </c:pt>
                <c:pt idx="132">
                  <c:v>1.422</c:v>
                </c:pt>
                <c:pt idx="133">
                  <c:v>1.496</c:v>
                </c:pt>
                <c:pt idx="134">
                  <c:v>1.362</c:v>
                </c:pt>
                <c:pt idx="135">
                  <c:v>1.421</c:v>
                </c:pt>
                <c:pt idx="136">
                  <c:v>1.33</c:v>
                </c:pt>
                <c:pt idx="137">
                  <c:v>1.3</c:v>
                </c:pt>
                <c:pt idx="138">
                  <c:v>1.411</c:v>
                </c:pt>
                <c:pt idx="139">
                  <c:v>1.29</c:v>
                </c:pt>
                <c:pt idx="140">
                  <c:v>1.289</c:v>
                </c:pt>
                <c:pt idx="141">
                  <c:v>1.33</c:v>
                </c:pt>
                <c:pt idx="142">
                  <c:v>1.318</c:v>
                </c:pt>
                <c:pt idx="143">
                  <c:v>1.395</c:v>
                </c:pt>
                <c:pt idx="144">
                  <c:v>1.301</c:v>
                </c:pt>
                <c:pt idx="145">
                  <c:v>1.284</c:v>
                </c:pt>
                <c:pt idx="146">
                  <c:v>1.095</c:v>
                </c:pt>
                <c:pt idx="147">
                  <c:v>1.081</c:v>
                </c:pt>
                <c:pt idx="148">
                  <c:v>0.992</c:v>
                </c:pt>
                <c:pt idx="149">
                  <c:v>0.937</c:v>
                </c:pt>
                <c:pt idx="150">
                  <c:v>0.937</c:v>
                </c:pt>
                <c:pt idx="151">
                  <c:v>1.19</c:v>
                </c:pt>
                <c:pt idx="152">
                  <c:v>1.127</c:v>
                </c:pt>
                <c:pt idx="153">
                  <c:v>1.22</c:v>
                </c:pt>
                <c:pt idx="154">
                  <c:v>1.266</c:v>
                </c:pt>
                <c:pt idx="155">
                  <c:v>1.255</c:v>
                </c:pt>
                <c:pt idx="156">
                  <c:v>1.217</c:v>
                </c:pt>
                <c:pt idx="157">
                  <c:v>1.169</c:v>
                </c:pt>
                <c:pt idx="158">
                  <c:v>1.138</c:v>
                </c:pt>
                <c:pt idx="159">
                  <c:v>1.095</c:v>
                </c:pt>
                <c:pt idx="160">
                  <c:v>1.056</c:v>
                </c:pt>
                <c:pt idx="161">
                  <c:v>1.032</c:v>
                </c:pt>
                <c:pt idx="162">
                  <c:v>1.056</c:v>
                </c:pt>
                <c:pt idx="163">
                  <c:v>1.082</c:v>
                </c:pt>
                <c:pt idx="164">
                  <c:v>0.987</c:v>
                </c:pt>
                <c:pt idx="165">
                  <c:v>0.974</c:v>
                </c:pt>
                <c:pt idx="166">
                  <c:v>0.977</c:v>
                </c:pt>
                <c:pt idx="167">
                  <c:v>0.988</c:v>
                </c:pt>
                <c:pt idx="168">
                  <c:v>0.902</c:v>
                </c:pt>
                <c:pt idx="169">
                  <c:v>0.848</c:v>
                </c:pt>
                <c:pt idx="170">
                  <c:v>0.839</c:v>
                </c:pt>
                <c:pt idx="171">
                  <c:v>0.802</c:v>
                </c:pt>
                <c:pt idx="172">
                  <c:v>0.817</c:v>
                </c:pt>
                <c:pt idx="173">
                  <c:v>0.774</c:v>
                </c:pt>
                <c:pt idx="174">
                  <c:v>0.784</c:v>
                </c:pt>
                <c:pt idx="175">
                  <c:v>0.73</c:v>
                </c:pt>
                <c:pt idx="176">
                  <c:v>0.794</c:v>
                </c:pt>
                <c:pt idx="177">
                  <c:v>0.763</c:v>
                </c:pt>
                <c:pt idx="178">
                  <c:v>0.681</c:v>
                </c:pt>
                <c:pt idx="179">
                  <c:v>0.564</c:v>
                </c:pt>
                <c:pt idx="180">
                  <c:v>0.611</c:v>
                </c:pt>
                <c:pt idx="181">
                  <c:v>0.865</c:v>
                </c:pt>
                <c:pt idx="182">
                  <c:v>0.845</c:v>
                </c:pt>
                <c:pt idx="183">
                  <c:v>0.797</c:v>
                </c:pt>
                <c:pt idx="184">
                  <c:v>0.735</c:v>
                </c:pt>
                <c:pt idx="185">
                  <c:v>0.685</c:v>
                </c:pt>
                <c:pt idx="186">
                  <c:v>0.603</c:v>
                </c:pt>
                <c:pt idx="187">
                  <c:v>0.611</c:v>
                </c:pt>
                <c:pt idx="188">
                  <c:v>0.736</c:v>
                </c:pt>
                <c:pt idx="189">
                  <c:v>0.627</c:v>
                </c:pt>
                <c:pt idx="190">
                  <c:v>0.594</c:v>
                </c:pt>
                <c:pt idx="191">
                  <c:v>0.641</c:v>
                </c:pt>
                <c:pt idx="192">
                  <c:v>0.623</c:v>
                </c:pt>
                <c:pt idx="193">
                  <c:v>0.589</c:v>
                </c:pt>
                <c:pt idx="194">
                  <c:v>0.564</c:v>
                </c:pt>
                <c:pt idx="195">
                  <c:v>0.542</c:v>
                </c:pt>
                <c:pt idx="196">
                  <c:v>0.508</c:v>
                </c:pt>
                <c:pt idx="197">
                  <c:v>0.522</c:v>
                </c:pt>
                <c:pt idx="198">
                  <c:v>0.466</c:v>
                </c:pt>
                <c:pt idx="199">
                  <c:v>0.431</c:v>
                </c:pt>
                <c:pt idx="200">
                  <c:v>0.325</c:v>
                </c:pt>
                <c:pt idx="201">
                  <c:v>0.288</c:v>
                </c:pt>
                <c:pt idx="202">
                  <c:v>0.349</c:v>
                </c:pt>
                <c:pt idx="203">
                  <c:v>0.398</c:v>
                </c:pt>
                <c:pt idx="204">
                  <c:v>0.336</c:v>
                </c:pt>
                <c:pt idx="205">
                  <c:v>0.406</c:v>
                </c:pt>
                <c:pt idx="206">
                  <c:v>0.451</c:v>
                </c:pt>
                <c:pt idx="207">
                  <c:v>0.414</c:v>
                </c:pt>
                <c:pt idx="208">
                  <c:v>0.392</c:v>
                </c:pt>
                <c:pt idx="209">
                  <c:v>0.348</c:v>
                </c:pt>
                <c:pt idx="210">
                  <c:v>0.306</c:v>
                </c:pt>
                <c:pt idx="211">
                  <c:v>0.317</c:v>
                </c:pt>
                <c:pt idx="212">
                  <c:v>0.267</c:v>
                </c:pt>
                <c:pt idx="213">
                  <c:v>0.104</c:v>
                </c:pt>
                <c:pt idx="214">
                  <c:v>-0.055</c:v>
                </c:pt>
                <c:pt idx="215">
                  <c:v>-0.049</c:v>
                </c:pt>
                <c:pt idx="216">
                  <c:v>-0.082</c:v>
                </c:pt>
                <c:pt idx="217">
                  <c:v>-0.112</c:v>
                </c:pt>
                <c:pt idx="218">
                  <c:v>-0.237</c:v>
                </c:pt>
                <c:pt idx="219">
                  <c:v>-0.178</c:v>
                </c:pt>
                <c:pt idx="220">
                  <c:v>-0.058</c:v>
                </c:pt>
                <c:pt idx="221">
                  <c:v>-0.084</c:v>
                </c:pt>
                <c:pt idx="222">
                  <c:v>-0.049</c:v>
                </c:pt>
                <c:pt idx="223">
                  <c:v>0.021</c:v>
                </c:pt>
                <c:pt idx="224">
                  <c:v>0.043</c:v>
                </c:pt>
                <c:pt idx="225">
                  <c:v>0.087</c:v>
                </c:pt>
                <c:pt idx="226">
                  <c:v>0.059</c:v>
                </c:pt>
                <c:pt idx="227">
                  <c:v>0.067</c:v>
                </c:pt>
                <c:pt idx="228">
                  <c:v>0.016</c:v>
                </c:pt>
                <c:pt idx="229">
                  <c:v>0.05</c:v>
                </c:pt>
                <c:pt idx="230">
                  <c:v>0.086</c:v>
                </c:pt>
                <c:pt idx="231">
                  <c:v>0.078</c:v>
                </c:pt>
                <c:pt idx="232">
                  <c:v>0.008</c:v>
                </c:pt>
                <c:pt idx="233">
                  <c:v>0.062</c:v>
                </c:pt>
                <c:pt idx="234">
                  <c:v>0.071</c:v>
                </c:pt>
                <c:pt idx="235">
                  <c:v>0.04</c:v>
                </c:pt>
                <c:pt idx="236">
                  <c:v>0.047</c:v>
                </c:pt>
                <c:pt idx="237">
                  <c:v>0.085</c:v>
                </c:pt>
                <c:pt idx="238">
                  <c:v>0.054</c:v>
                </c:pt>
                <c:pt idx="239">
                  <c:v>0.043</c:v>
                </c:pt>
                <c:pt idx="240">
                  <c:v>0.055</c:v>
                </c:pt>
                <c:pt idx="241">
                  <c:v>0.039</c:v>
                </c:pt>
                <c:pt idx="242">
                  <c:v>0.04</c:v>
                </c:pt>
                <c:pt idx="243">
                  <c:v>0.05</c:v>
                </c:pt>
                <c:pt idx="244">
                  <c:v>0.11</c:v>
                </c:pt>
                <c:pt idx="245">
                  <c:v>0.134</c:v>
                </c:pt>
                <c:pt idx="246">
                  <c:v>0.127</c:v>
                </c:pt>
                <c:pt idx="247">
                  <c:v>0.097</c:v>
                </c:pt>
                <c:pt idx="248">
                  <c:v>0.013</c:v>
                </c:pt>
                <c:pt idx="249">
                  <c:v>0.006</c:v>
                </c:pt>
                <c:pt idx="250">
                  <c:v>-0.019</c:v>
                </c:pt>
                <c:pt idx="251">
                  <c:v>-0.082</c:v>
                </c:pt>
                <c:pt idx="252">
                  <c:v>-0.045</c:v>
                </c:pt>
                <c:pt idx="253">
                  <c:v>-0.092</c:v>
                </c:pt>
                <c:pt idx="254">
                  <c:v>-0.156</c:v>
                </c:pt>
                <c:pt idx="255">
                  <c:v>-0.157</c:v>
                </c:pt>
                <c:pt idx="256">
                  <c:v>-0.275</c:v>
                </c:pt>
                <c:pt idx="257">
                  <c:v>-0.206</c:v>
                </c:pt>
                <c:pt idx="258">
                  <c:v>-0.139</c:v>
                </c:pt>
                <c:pt idx="259">
                  <c:v>-0.075</c:v>
                </c:pt>
                <c:pt idx="260">
                  <c:v>-0.015</c:v>
                </c:pt>
                <c:pt idx="261">
                  <c:v>-0.061</c:v>
                </c:pt>
                <c:pt idx="262">
                  <c:v>-0.153</c:v>
                </c:pt>
                <c:pt idx="263">
                  <c:v>0.031</c:v>
                </c:pt>
                <c:pt idx="264">
                  <c:v>-0.036</c:v>
                </c:pt>
                <c:pt idx="265">
                  <c:v>0.009</c:v>
                </c:pt>
                <c:pt idx="266">
                  <c:v>0.042</c:v>
                </c:pt>
                <c:pt idx="267">
                  <c:v>0.018</c:v>
                </c:pt>
                <c:pt idx="268">
                  <c:v>0.056</c:v>
                </c:pt>
                <c:pt idx="269">
                  <c:v>0.027</c:v>
                </c:pt>
                <c:pt idx="270">
                  <c:v>0.041</c:v>
                </c:pt>
                <c:pt idx="271">
                  <c:v>0.034</c:v>
                </c:pt>
                <c:pt idx="272">
                  <c:v>0.035</c:v>
                </c:pt>
                <c:pt idx="273">
                  <c:v>0.056</c:v>
                </c:pt>
                <c:pt idx="274">
                  <c:v>0.168</c:v>
                </c:pt>
                <c:pt idx="275">
                  <c:v>0.104</c:v>
                </c:pt>
                <c:pt idx="276">
                  <c:v>0.095</c:v>
                </c:pt>
                <c:pt idx="277">
                  <c:v>0.084</c:v>
                </c:pt>
                <c:pt idx="278">
                  <c:v>0.07</c:v>
                </c:pt>
                <c:pt idx="279">
                  <c:v>0.022</c:v>
                </c:pt>
                <c:pt idx="280">
                  <c:v>0.03</c:v>
                </c:pt>
                <c:pt idx="281">
                  <c:v>0.081</c:v>
                </c:pt>
                <c:pt idx="282">
                  <c:v>0.101</c:v>
                </c:pt>
                <c:pt idx="283">
                  <c:v>0.067</c:v>
                </c:pt>
                <c:pt idx="284">
                  <c:v>0.089</c:v>
                </c:pt>
                <c:pt idx="285">
                  <c:v>0.177</c:v>
                </c:pt>
                <c:pt idx="286">
                  <c:v>0.191</c:v>
                </c:pt>
                <c:pt idx="287">
                  <c:v>0.218</c:v>
                </c:pt>
                <c:pt idx="288">
                  <c:v>0.22</c:v>
                </c:pt>
                <c:pt idx="289">
                  <c:v>0.246</c:v>
                </c:pt>
                <c:pt idx="290">
                  <c:v>0.242</c:v>
                </c:pt>
                <c:pt idx="291">
                  <c:v>0.185</c:v>
                </c:pt>
                <c:pt idx="292">
                  <c:v>0.235</c:v>
                </c:pt>
                <c:pt idx="293">
                  <c:v>0.277</c:v>
                </c:pt>
                <c:pt idx="294">
                  <c:v>0.253</c:v>
                </c:pt>
                <c:pt idx="295">
                  <c:v>0.276</c:v>
                </c:pt>
                <c:pt idx="296">
                  <c:v>0.454</c:v>
                </c:pt>
                <c:pt idx="297">
                  <c:v>0.511</c:v>
                </c:pt>
                <c:pt idx="298">
                  <c:v>0.524</c:v>
                </c:pt>
                <c:pt idx="299">
                  <c:v>0.389</c:v>
                </c:pt>
                <c:pt idx="300">
                  <c:v>0.403</c:v>
                </c:pt>
                <c:pt idx="301">
                  <c:v>0.448</c:v>
                </c:pt>
                <c:pt idx="302">
                  <c:v>0.426</c:v>
                </c:pt>
                <c:pt idx="303">
                  <c:v>0.605</c:v>
                </c:pt>
                <c:pt idx="304">
                  <c:v>0.657</c:v>
                </c:pt>
                <c:pt idx="305">
                  <c:v>0.774</c:v>
                </c:pt>
                <c:pt idx="306">
                  <c:v>0.952</c:v>
                </c:pt>
                <c:pt idx="307">
                  <c:v>0.691</c:v>
                </c:pt>
                <c:pt idx="308">
                  <c:v>0.647</c:v>
                </c:pt>
                <c:pt idx="309">
                  <c:v>0.737</c:v>
                </c:pt>
                <c:pt idx="310">
                  <c:v>0.724</c:v>
                </c:pt>
                <c:pt idx="311">
                  <c:v>0.75</c:v>
                </c:pt>
                <c:pt idx="312">
                  <c:v>0.879</c:v>
                </c:pt>
                <c:pt idx="313">
                  <c:v>1.08</c:v>
                </c:pt>
                <c:pt idx="314">
                  <c:v>1.062</c:v>
                </c:pt>
                <c:pt idx="315">
                  <c:v>1.07</c:v>
                </c:pt>
                <c:pt idx="316">
                  <c:v>0.922</c:v>
                </c:pt>
                <c:pt idx="317">
                  <c:v>0.894</c:v>
                </c:pt>
                <c:pt idx="318">
                  <c:v>0.947</c:v>
                </c:pt>
                <c:pt idx="319">
                  <c:v>1.064</c:v>
                </c:pt>
                <c:pt idx="320">
                  <c:v>1.111</c:v>
                </c:pt>
                <c:pt idx="321">
                  <c:v>1.25</c:v>
                </c:pt>
                <c:pt idx="322">
                  <c:v>1.378</c:v>
                </c:pt>
                <c:pt idx="323">
                  <c:v>1.497</c:v>
                </c:pt>
                <c:pt idx="324">
                  <c:v>1.33</c:v>
                </c:pt>
                <c:pt idx="325">
                  <c:v>1.518</c:v>
                </c:pt>
                <c:pt idx="326">
                  <c:v>1.462</c:v>
                </c:pt>
                <c:pt idx="327">
                  <c:v>1.559</c:v>
                </c:pt>
                <c:pt idx="328">
                  <c:v>1.613</c:v>
                </c:pt>
                <c:pt idx="329">
                  <c:v>1.662</c:v>
                </c:pt>
                <c:pt idx="330">
                  <c:v>1.67</c:v>
                </c:pt>
                <c:pt idx="331">
                  <c:v>1.812</c:v>
                </c:pt>
                <c:pt idx="332">
                  <c:v>2.066</c:v>
                </c:pt>
                <c:pt idx="333">
                  <c:v>2.247</c:v>
                </c:pt>
                <c:pt idx="334">
                  <c:v>2.132</c:v>
                </c:pt>
                <c:pt idx="335">
                  <c:v>2.366</c:v>
                </c:pt>
                <c:pt idx="336">
                  <c:v>2.52</c:v>
                </c:pt>
                <c:pt idx="337">
                  <c:v>2.657</c:v>
                </c:pt>
                <c:pt idx="338">
                  <c:v>2.69</c:v>
                </c:pt>
                <c:pt idx="339">
                  <c:v>2.801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2Y</c:v>
                </c:pt>
              </c:strCache>
            </c:strRef>
          </c:tx>
          <c:spPr>
            <a:ln w="25400">
              <a:solidFill>
                <a:srgbClr val="44546A"/>
              </a:solidFill>
            </a:ln>
          </c:spPr>
          <c:marker>
            <c:symbol val="none"/>
          </c:marker>
          <c:cat>
            <c:strRef>
              <c:f>Sheet1!$A$2:$A$341</c:f>
              <c:strCache>
                <c:ptCount val="340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>2000</c:v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/>
                </c:pt>
                <c:pt idx="39">
                  <c:v/>
                </c:pt>
                <c:pt idx="40">
                  <c:v/>
                </c:pt>
                <c:pt idx="41">
                  <c:v/>
                </c:pt>
                <c:pt idx="42">
                  <c:v/>
                </c:pt>
                <c:pt idx="43">
                  <c:v/>
                </c:pt>
                <c:pt idx="44">
                  <c:v/>
                </c:pt>
                <c:pt idx="45">
                  <c:v/>
                </c:pt>
                <c:pt idx="46">
                  <c:v/>
                </c:pt>
                <c:pt idx="47">
                  <c:v/>
                </c:pt>
                <c:pt idx="48">
                  <c:v/>
                </c:pt>
                <c:pt idx="49">
                  <c:v/>
                </c:pt>
                <c:pt idx="50">
                  <c:v/>
                </c:pt>
                <c:pt idx="51">
                  <c:v/>
                </c:pt>
                <c:pt idx="52">
                  <c:v/>
                </c:pt>
                <c:pt idx="53">
                  <c:v/>
                </c:pt>
                <c:pt idx="54">
                  <c:v/>
                </c:pt>
                <c:pt idx="55">
                  <c:v/>
                </c:pt>
                <c:pt idx="56">
                  <c:v/>
                </c:pt>
                <c:pt idx="57">
                  <c:v/>
                </c:pt>
                <c:pt idx="58">
                  <c:v/>
                </c:pt>
                <c:pt idx="59">
                  <c:v/>
                </c:pt>
                <c:pt idx="60">
                  <c:v/>
                </c:pt>
                <c:pt idx="61">
                  <c:v/>
                </c:pt>
                <c:pt idx="62">
                  <c:v/>
                </c:pt>
                <c:pt idx="63">
                  <c:v/>
                </c:pt>
                <c:pt idx="64">
                  <c:v/>
                </c:pt>
                <c:pt idx="65">
                  <c:v/>
                </c:pt>
                <c:pt idx="66">
                  <c:v/>
                </c:pt>
                <c:pt idx="67">
                  <c:v/>
                </c:pt>
                <c:pt idx="68">
                  <c:v/>
                </c:pt>
                <c:pt idx="69">
                  <c:v>2004</c:v>
                </c:pt>
                <c:pt idx="70">
                  <c:v/>
                </c:pt>
                <c:pt idx="71">
                  <c:v/>
                </c:pt>
                <c:pt idx="72">
                  <c:v/>
                </c:pt>
                <c:pt idx="73">
                  <c:v/>
                </c:pt>
                <c:pt idx="74">
                  <c:v/>
                </c:pt>
                <c:pt idx="75">
                  <c:v/>
                </c:pt>
                <c:pt idx="76">
                  <c:v/>
                </c:pt>
                <c:pt idx="77">
                  <c:v/>
                </c:pt>
                <c:pt idx="78">
                  <c:v/>
                </c:pt>
                <c:pt idx="79">
                  <c:v/>
                </c:pt>
                <c:pt idx="80">
                  <c:v/>
                </c:pt>
                <c:pt idx="81">
                  <c:v/>
                </c:pt>
                <c:pt idx="82">
                  <c:v/>
                </c:pt>
                <c:pt idx="83">
                  <c:v/>
                </c:pt>
                <c:pt idx="84">
                  <c:v/>
                </c:pt>
                <c:pt idx="85">
                  <c:v/>
                </c:pt>
                <c:pt idx="86">
                  <c:v/>
                </c:pt>
                <c:pt idx="87">
                  <c:v/>
                </c:pt>
                <c:pt idx="88">
                  <c:v/>
                </c:pt>
                <c:pt idx="89">
                  <c:v/>
                </c:pt>
                <c:pt idx="90">
                  <c:v/>
                </c:pt>
                <c:pt idx="91">
                  <c:v/>
                </c:pt>
                <c:pt idx="92">
                  <c:v/>
                </c:pt>
                <c:pt idx="93">
                  <c:v/>
                </c:pt>
                <c:pt idx="94">
                  <c:v/>
                </c:pt>
                <c:pt idx="95">
                  <c:v/>
                </c:pt>
                <c:pt idx="96">
                  <c:v/>
                </c:pt>
                <c:pt idx="97">
                  <c:v/>
                </c:pt>
                <c:pt idx="98">
                  <c:v/>
                </c:pt>
                <c:pt idx="99">
                  <c:v/>
                </c:pt>
                <c:pt idx="100">
                  <c:v/>
                </c:pt>
                <c:pt idx="101">
                  <c:v/>
                </c:pt>
                <c:pt idx="102">
                  <c:v/>
                </c:pt>
                <c:pt idx="103">
                  <c:v/>
                </c:pt>
                <c:pt idx="104">
                  <c:v/>
                </c:pt>
                <c:pt idx="105">
                  <c:v/>
                </c:pt>
                <c:pt idx="106">
                  <c:v/>
                </c:pt>
                <c:pt idx="107">
                  <c:v/>
                </c:pt>
                <c:pt idx="108">
                  <c:v/>
                </c:pt>
                <c:pt idx="109">
                  <c:v/>
                </c:pt>
                <c:pt idx="110">
                  <c:v/>
                </c:pt>
                <c:pt idx="111">
                  <c:v/>
                </c:pt>
                <c:pt idx="112">
                  <c:v/>
                </c:pt>
                <c:pt idx="113">
                  <c:v/>
                </c:pt>
                <c:pt idx="114">
                  <c:v/>
                </c:pt>
                <c:pt idx="115">
                  <c:v/>
                </c:pt>
                <c:pt idx="116">
                  <c:v/>
                </c:pt>
                <c:pt idx="117">
                  <c:v>2008</c:v>
                </c:pt>
                <c:pt idx="118">
                  <c:v/>
                </c:pt>
                <c:pt idx="119">
                  <c:v/>
                </c:pt>
                <c:pt idx="120">
                  <c:v/>
                </c:pt>
                <c:pt idx="121">
                  <c:v/>
                </c:pt>
                <c:pt idx="122">
                  <c:v/>
                </c:pt>
                <c:pt idx="123">
                  <c:v/>
                </c:pt>
                <c:pt idx="124">
                  <c:v/>
                </c:pt>
                <c:pt idx="125">
                  <c:v/>
                </c:pt>
                <c:pt idx="126">
                  <c:v/>
                </c:pt>
                <c:pt idx="127">
                  <c:v/>
                </c:pt>
                <c:pt idx="128">
                  <c:v/>
                </c:pt>
                <c:pt idx="129">
                  <c:v/>
                </c:pt>
                <c:pt idx="130">
                  <c:v/>
                </c:pt>
                <c:pt idx="131">
                  <c:v/>
                </c:pt>
                <c:pt idx="132">
                  <c:v/>
                </c:pt>
                <c:pt idx="133">
                  <c:v/>
                </c:pt>
                <c:pt idx="134">
                  <c:v/>
                </c:pt>
                <c:pt idx="135">
                  <c:v/>
                </c:pt>
                <c:pt idx="136">
                  <c:v/>
                </c:pt>
                <c:pt idx="137">
                  <c:v/>
                </c:pt>
                <c:pt idx="138">
                  <c:v/>
                </c:pt>
                <c:pt idx="139">
                  <c:v/>
                </c:pt>
                <c:pt idx="140">
                  <c:v/>
                </c:pt>
                <c:pt idx="141">
                  <c:v/>
                </c:pt>
                <c:pt idx="142">
                  <c:v/>
                </c:pt>
                <c:pt idx="143">
                  <c:v/>
                </c:pt>
                <c:pt idx="144">
                  <c:v/>
                </c:pt>
                <c:pt idx="145">
                  <c:v/>
                </c:pt>
                <c:pt idx="146">
                  <c:v/>
                </c:pt>
                <c:pt idx="147">
                  <c:v/>
                </c:pt>
                <c:pt idx="148">
                  <c:v/>
                </c:pt>
                <c:pt idx="149">
                  <c:v/>
                </c:pt>
                <c:pt idx="150">
                  <c:v/>
                </c:pt>
                <c:pt idx="151">
                  <c:v/>
                </c:pt>
                <c:pt idx="152">
                  <c:v/>
                </c:pt>
                <c:pt idx="153">
                  <c:v/>
                </c:pt>
                <c:pt idx="154">
                  <c:v/>
                </c:pt>
                <c:pt idx="155">
                  <c:v/>
                </c:pt>
                <c:pt idx="156">
                  <c:v/>
                </c:pt>
                <c:pt idx="157">
                  <c:v/>
                </c:pt>
                <c:pt idx="158">
                  <c:v/>
                </c:pt>
                <c:pt idx="159">
                  <c:v/>
                </c:pt>
                <c:pt idx="160">
                  <c:v/>
                </c:pt>
                <c:pt idx="161">
                  <c:v/>
                </c:pt>
                <c:pt idx="162">
                  <c:v/>
                </c:pt>
                <c:pt idx="163">
                  <c:v/>
                </c:pt>
                <c:pt idx="164">
                  <c:v/>
                </c:pt>
                <c:pt idx="165">
                  <c:v>2012</c:v>
                </c:pt>
                <c:pt idx="166">
                  <c:v/>
                </c:pt>
                <c:pt idx="167">
                  <c:v/>
                </c:pt>
                <c:pt idx="168">
                  <c:v/>
                </c:pt>
                <c:pt idx="169">
                  <c:v/>
                </c:pt>
                <c:pt idx="170">
                  <c:v/>
                </c:pt>
                <c:pt idx="171">
                  <c:v/>
                </c:pt>
                <c:pt idx="172">
                  <c:v/>
                </c:pt>
                <c:pt idx="173">
                  <c:v/>
                </c:pt>
                <c:pt idx="174">
                  <c:v/>
                </c:pt>
                <c:pt idx="175">
                  <c:v/>
                </c:pt>
                <c:pt idx="176">
                  <c:v/>
                </c:pt>
                <c:pt idx="177">
                  <c:v/>
                </c:pt>
                <c:pt idx="178">
                  <c:v/>
                </c:pt>
                <c:pt idx="179">
                  <c:v/>
                </c:pt>
                <c:pt idx="180">
                  <c:v/>
                </c:pt>
                <c:pt idx="181">
                  <c:v/>
                </c:pt>
                <c:pt idx="182">
                  <c:v/>
                </c:pt>
                <c:pt idx="183">
                  <c:v/>
                </c:pt>
                <c:pt idx="184">
                  <c:v/>
                </c:pt>
                <c:pt idx="185">
                  <c:v/>
                </c:pt>
                <c:pt idx="186">
                  <c:v/>
                </c:pt>
                <c:pt idx="187">
                  <c:v/>
                </c:pt>
                <c:pt idx="188">
                  <c:v/>
                </c:pt>
                <c:pt idx="189">
                  <c:v/>
                </c:pt>
                <c:pt idx="190">
                  <c:v/>
                </c:pt>
                <c:pt idx="191">
                  <c:v/>
                </c:pt>
                <c:pt idx="192">
                  <c:v/>
                </c:pt>
                <c:pt idx="193">
                  <c:v/>
                </c:pt>
                <c:pt idx="194">
                  <c:v/>
                </c:pt>
                <c:pt idx="195">
                  <c:v/>
                </c:pt>
                <c:pt idx="196">
                  <c:v/>
                </c:pt>
                <c:pt idx="197">
                  <c:v/>
                </c:pt>
                <c:pt idx="198">
                  <c:v/>
                </c:pt>
                <c:pt idx="199">
                  <c:v/>
                </c:pt>
                <c:pt idx="200">
                  <c:v/>
                </c:pt>
                <c:pt idx="201">
                  <c:v/>
                </c:pt>
                <c:pt idx="202">
                  <c:v/>
                </c:pt>
                <c:pt idx="203">
                  <c:v/>
                </c:pt>
                <c:pt idx="204">
                  <c:v/>
                </c:pt>
                <c:pt idx="205">
                  <c:v/>
                </c:pt>
                <c:pt idx="206">
                  <c:v/>
                </c:pt>
                <c:pt idx="207">
                  <c:v/>
                </c:pt>
                <c:pt idx="208">
                  <c:v/>
                </c:pt>
                <c:pt idx="209">
                  <c:v/>
                </c:pt>
                <c:pt idx="210">
                  <c:v/>
                </c:pt>
                <c:pt idx="211">
                  <c:v/>
                </c:pt>
                <c:pt idx="212">
                  <c:v/>
                </c:pt>
                <c:pt idx="213">
                  <c:v>2016</c:v>
                </c:pt>
                <c:pt idx="214">
                  <c:v/>
                </c:pt>
                <c:pt idx="215">
                  <c:v/>
                </c:pt>
                <c:pt idx="216">
                  <c:v/>
                </c:pt>
                <c:pt idx="217">
                  <c:v/>
                </c:pt>
                <c:pt idx="218">
                  <c:v/>
                </c:pt>
                <c:pt idx="219">
                  <c:v/>
                </c:pt>
                <c:pt idx="220">
                  <c:v/>
                </c:pt>
                <c:pt idx="221">
                  <c:v/>
                </c:pt>
                <c:pt idx="222">
                  <c:v/>
                </c:pt>
                <c:pt idx="223">
                  <c:v/>
                </c:pt>
                <c:pt idx="224">
                  <c:v/>
                </c:pt>
                <c:pt idx="225">
                  <c:v/>
                </c:pt>
                <c:pt idx="226">
                  <c:v/>
                </c:pt>
                <c:pt idx="227">
                  <c:v/>
                </c:pt>
                <c:pt idx="228">
                  <c:v/>
                </c:pt>
                <c:pt idx="229">
                  <c:v/>
                </c:pt>
                <c:pt idx="230">
                  <c:v/>
                </c:pt>
                <c:pt idx="231">
                  <c:v/>
                </c:pt>
                <c:pt idx="232">
                  <c:v/>
                </c:pt>
                <c:pt idx="233">
                  <c:v/>
                </c:pt>
                <c:pt idx="234">
                  <c:v/>
                </c:pt>
                <c:pt idx="235">
                  <c:v/>
                </c:pt>
                <c:pt idx="236">
                  <c:v/>
                </c:pt>
                <c:pt idx="237">
                  <c:v/>
                </c:pt>
                <c:pt idx="238">
                  <c:v/>
                </c:pt>
                <c:pt idx="239">
                  <c:v/>
                </c:pt>
                <c:pt idx="240">
                  <c:v/>
                </c:pt>
                <c:pt idx="241">
                  <c:v/>
                </c:pt>
                <c:pt idx="242">
                  <c:v/>
                </c:pt>
                <c:pt idx="243">
                  <c:v/>
                </c:pt>
                <c:pt idx="244">
                  <c:v/>
                </c:pt>
                <c:pt idx="245">
                  <c:v/>
                </c:pt>
                <c:pt idx="246">
                  <c:v/>
                </c:pt>
                <c:pt idx="247">
                  <c:v/>
                </c:pt>
                <c:pt idx="248">
                  <c:v/>
                </c:pt>
                <c:pt idx="249">
                  <c:v/>
                </c:pt>
                <c:pt idx="250">
                  <c:v/>
                </c:pt>
                <c:pt idx="251">
                  <c:v/>
                </c:pt>
                <c:pt idx="252">
                  <c:v/>
                </c:pt>
                <c:pt idx="253">
                  <c:v/>
                </c:pt>
                <c:pt idx="254">
                  <c:v/>
                </c:pt>
                <c:pt idx="255">
                  <c:v/>
                </c:pt>
                <c:pt idx="256">
                  <c:v/>
                </c:pt>
                <c:pt idx="257">
                  <c:v/>
                </c:pt>
                <c:pt idx="258">
                  <c:v/>
                </c:pt>
                <c:pt idx="259">
                  <c:v/>
                </c:pt>
                <c:pt idx="260">
                  <c:v/>
                </c:pt>
                <c:pt idx="261">
                  <c:v>2020</c:v>
                </c:pt>
                <c:pt idx="262">
                  <c:v/>
                </c:pt>
                <c:pt idx="263">
                  <c:v/>
                </c:pt>
                <c:pt idx="264">
                  <c:v/>
                </c:pt>
                <c:pt idx="265">
                  <c:v/>
                </c:pt>
                <c:pt idx="266">
                  <c:v/>
                </c:pt>
                <c:pt idx="267">
                  <c:v/>
                </c:pt>
                <c:pt idx="268">
                  <c:v/>
                </c:pt>
                <c:pt idx="269">
                  <c:v/>
                </c:pt>
                <c:pt idx="270">
                  <c:v/>
                </c:pt>
                <c:pt idx="271">
                  <c:v/>
                </c:pt>
                <c:pt idx="272">
                  <c:v/>
                </c:pt>
                <c:pt idx="273">
                  <c:v/>
                </c:pt>
                <c:pt idx="274">
                  <c:v/>
                </c:pt>
                <c:pt idx="275">
                  <c:v/>
                </c:pt>
                <c:pt idx="276">
                  <c:v/>
                </c:pt>
                <c:pt idx="277">
                  <c:v/>
                </c:pt>
                <c:pt idx="278">
                  <c:v/>
                </c:pt>
                <c:pt idx="279">
                  <c:v/>
                </c:pt>
                <c:pt idx="280">
                  <c:v/>
                </c:pt>
                <c:pt idx="281">
                  <c:v/>
                </c:pt>
                <c:pt idx="282">
                  <c:v/>
                </c:pt>
                <c:pt idx="283">
                  <c:v/>
                </c:pt>
                <c:pt idx="284">
                  <c:v/>
                </c:pt>
                <c:pt idx="285">
                  <c:v/>
                </c:pt>
                <c:pt idx="286">
                  <c:v/>
                </c:pt>
                <c:pt idx="287">
                  <c:v/>
                </c:pt>
                <c:pt idx="288">
                  <c:v/>
                </c:pt>
                <c:pt idx="289">
                  <c:v/>
                </c:pt>
                <c:pt idx="290">
                  <c:v/>
                </c:pt>
                <c:pt idx="291">
                  <c:v/>
                </c:pt>
                <c:pt idx="292">
                  <c:v/>
                </c:pt>
                <c:pt idx="293">
                  <c:v/>
                </c:pt>
                <c:pt idx="294">
                  <c:v/>
                </c:pt>
                <c:pt idx="295">
                  <c:v/>
                </c:pt>
                <c:pt idx="296">
                  <c:v/>
                </c:pt>
                <c:pt idx="297">
                  <c:v/>
                </c:pt>
                <c:pt idx="298">
                  <c:v/>
                </c:pt>
                <c:pt idx="299">
                  <c:v/>
                </c:pt>
                <c:pt idx="300">
                  <c:v/>
                </c:pt>
                <c:pt idx="301">
                  <c:v/>
                </c:pt>
                <c:pt idx="302">
                  <c:v/>
                </c:pt>
                <c:pt idx="303">
                  <c:v/>
                </c:pt>
                <c:pt idx="304">
                  <c:v/>
                </c:pt>
                <c:pt idx="305">
                  <c:v/>
                </c:pt>
                <c:pt idx="306">
                  <c:v/>
                </c:pt>
                <c:pt idx="307">
                  <c:v/>
                </c:pt>
                <c:pt idx="308">
                  <c:v/>
                </c:pt>
                <c:pt idx="309">
                  <c:v>2024</c:v>
                </c:pt>
                <c:pt idx="310">
                  <c:v/>
                </c:pt>
                <c:pt idx="311">
                  <c:v/>
                </c:pt>
                <c:pt idx="312">
                  <c:v/>
                </c:pt>
                <c:pt idx="313">
                  <c:v/>
                </c:pt>
                <c:pt idx="314">
                  <c:v/>
                </c:pt>
                <c:pt idx="315">
                  <c:v/>
                </c:pt>
                <c:pt idx="316">
                  <c:v/>
                </c:pt>
                <c:pt idx="317">
                  <c:v/>
                </c:pt>
                <c:pt idx="318">
                  <c:v/>
                </c:pt>
                <c:pt idx="319">
                  <c:v/>
                </c:pt>
                <c:pt idx="320">
                  <c:v/>
                </c:pt>
                <c:pt idx="321">
                  <c:v/>
                </c:pt>
                <c:pt idx="322">
                  <c:v/>
                </c:pt>
                <c:pt idx="323">
                  <c:v/>
                </c:pt>
                <c:pt idx="324">
                  <c:v/>
                </c:pt>
                <c:pt idx="325">
                  <c:v/>
                </c:pt>
                <c:pt idx="326">
                  <c:v/>
                </c:pt>
                <c:pt idx="327">
                  <c:v/>
                </c:pt>
                <c:pt idx="328">
                  <c:v/>
                </c:pt>
                <c:pt idx="329">
                  <c:v/>
                </c:pt>
                <c:pt idx="330">
                  <c:v/>
                </c:pt>
                <c:pt idx="331">
                  <c:v/>
                </c:pt>
                <c:pt idx="332">
                  <c:v/>
                </c:pt>
                <c:pt idx="333">
                  <c:v/>
                </c:pt>
                <c:pt idx="334">
                  <c:v/>
                </c:pt>
                <c:pt idx="335">
                  <c:v/>
                </c:pt>
                <c:pt idx="336">
                  <c:v/>
                </c:pt>
                <c:pt idx="337">
                  <c:v/>
                </c:pt>
                <c:pt idx="338">
                  <c:v/>
                </c:pt>
                <c:pt idx="339">
                  <c:v/>
                </c:pt>
              </c:strCache>
            </c:strRef>
          </c:cat>
          <c:val>
            <c:numRef>
              <c:f>Sheet1!$D$2:$D$341</c:f>
              <c:numCache>
                <c:formatCode>General</c:formatCode>
                <c:ptCount val="340"/>
                <c:pt idx="0">
                  <c:v>0.527</c:v>
                </c:pt>
                <c:pt idx="1">
                  <c:v>0.438</c:v>
                </c:pt>
                <c:pt idx="2">
                  <c:v>0.588</c:v>
                </c:pt>
                <c:pt idx="3">
                  <c:v>0.541</c:v>
                </c:pt>
                <c:pt idx="4">
                  <c:v>0.432</c:v>
                </c:pt>
                <c:pt idx="5">
                  <c:v>0.379</c:v>
                </c:pt>
                <c:pt idx="6">
                  <c:v>0.32</c:v>
                </c:pt>
                <c:pt idx="7">
                  <c:v>0.334</c:v>
                </c:pt>
                <c:pt idx="8">
                  <c:v>0.802</c:v>
                </c:pt>
                <c:pt idx="9">
                  <c:v>0.682</c:v>
                </c:pt>
                <c:pt idx="10">
                  <c:v>0.4</c:v>
                </c:pt>
                <c:pt idx="11">
                  <c:v>0.348</c:v>
                </c:pt>
                <c:pt idx="12">
                  <c:v>0.204</c:v>
                </c:pt>
                <c:pt idx="13">
                  <c:v>0.12</c:v>
                </c:pt>
                <c:pt idx="14">
                  <c:v>0.476</c:v>
                </c:pt>
                <c:pt idx="15">
                  <c:v>0.407</c:v>
                </c:pt>
                <c:pt idx="16">
                  <c:v>0.375</c:v>
                </c:pt>
                <c:pt idx="17">
                  <c:v>0.293</c:v>
                </c:pt>
                <c:pt idx="18">
                  <c:v>0.286</c:v>
                </c:pt>
                <c:pt idx="19">
                  <c:v>0.411</c:v>
                </c:pt>
                <c:pt idx="20">
                  <c:v>0.36</c:v>
                </c:pt>
                <c:pt idx="21">
                  <c:v>0.403</c:v>
                </c:pt>
                <c:pt idx="22">
                  <c:v>0.409</c:v>
                </c:pt>
                <c:pt idx="23">
                  <c:v>0.493</c:v>
                </c:pt>
                <c:pt idx="24">
                  <c:v>0.437</c:v>
                </c:pt>
                <c:pt idx="25">
                  <c:v>0.403</c:v>
                </c:pt>
                <c:pt idx="26">
                  <c:v>0.524</c:v>
                </c:pt>
                <c:pt idx="27">
                  <c:v>0.448</c:v>
                </c:pt>
                <c:pt idx="28">
                  <c:v>0.645</c:v>
                </c:pt>
                <c:pt idx="29">
                  <c:v>0.646</c:v>
                </c:pt>
                <c:pt idx="30">
                  <c:v>0.571</c:v>
                </c:pt>
                <c:pt idx="31">
                  <c:v>0.545</c:v>
                </c:pt>
                <c:pt idx="32">
                  <c:v>0.515</c:v>
                </c:pt>
                <c:pt idx="33">
                  <c:v>0.39</c:v>
                </c:pt>
                <c:pt idx="34">
                  <c:v>0.242</c:v>
                </c:pt>
                <c:pt idx="35">
                  <c:v>0.133</c:v>
                </c:pt>
                <c:pt idx="36">
                  <c:v>0.097</c:v>
                </c:pt>
                <c:pt idx="37">
                  <c:v>0.052</c:v>
                </c:pt>
                <c:pt idx="38">
                  <c:v>0.073</c:v>
                </c:pt>
                <c:pt idx="39">
                  <c:v>0.091</c:v>
                </c:pt>
                <c:pt idx="40">
                  <c:v>0.086</c:v>
                </c:pt>
                <c:pt idx="41">
                  <c:v>0.085</c:v>
                </c:pt>
                <c:pt idx="42">
                  <c:v>0.087</c:v>
                </c:pt>
                <c:pt idx="43">
                  <c:v>0.105</c:v>
                </c:pt>
                <c:pt idx="44">
                  <c:v>0.076</c:v>
                </c:pt>
                <c:pt idx="45">
                  <c:v>0.065</c:v>
                </c:pt>
                <c:pt idx="46">
                  <c:v>0.081</c:v>
                </c:pt>
                <c:pt idx="47">
                  <c:v>0.051</c:v>
                </c:pt>
                <c:pt idx="48">
                  <c:v>0.055</c:v>
                </c:pt>
                <c:pt idx="49">
                  <c:v>0.067</c:v>
                </c:pt>
                <c:pt idx="50">
                  <c:v>0.06</c:v>
                </c:pt>
                <c:pt idx="51">
                  <c:v>0.04</c:v>
                </c:pt>
                <c:pt idx="52">
                  <c:v>0.02</c:v>
                </c:pt>
                <c:pt idx="53">
                  <c:v>0.056</c:v>
                </c:pt>
                <c:pt idx="54">
                  <c:v>0.038</c:v>
                </c:pt>
                <c:pt idx="55">
                  <c:v>0.055</c:v>
                </c:pt>
                <c:pt idx="56">
                  <c:v>0.05</c:v>
                </c:pt>
                <c:pt idx="57">
                  <c:v>0.043</c:v>
                </c:pt>
                <c:pt idx="58">
                  <c:v>0.05</c:v>
                </c:pt>
                <c:pt idx="59">
                  <c:v>0.06</c:v>
                </c:pt>
                <c:pt idx="60">
                  <c:v>0.05</c:v>
                </c:pt>
                <c:pt idx="61">
                  <c:v>0.04</c:v>
                </c:pt>
                <c:pt idx="62">
                  <c:v>0.075</c:v>
                </c:pt>
                <c:pt idx="63">
                  <c:v>0.07</c:v>
                </c:pt>
                <c:pt idx="64">
                  <c:v>0.187</c:v>
                </c:pt>
                <c:pt idx="65">
                  <c:v>0.176</c:v>
                </c:pt>
                <c:pt idx="66">
                  <c:v>0.137</c:v>
                </c:pt>
                <c:pt idx="67">
                  <c:v>0.132</c:v>
                </c:pt>
                <c:pt idx="68">
                  <c:v>0.11</c:v>
                </c:pt>
                <c:pt idx="69">
                  <c:v>0.068</c:v>
                </c:pt>
                <c:pt idx="70">
                  <c:v>0.056</c:v>
                </c:pt>
                <c:pt idx="71">
                  <c:v>0.118</c:v>
                </c:pt>
                <c:pt idx="72">
                  <c:v>0.135</c:v>
                </c:pt>
                <c:pt idx="73">
                  <c:v>0.135</c:v>
                </c:pt>
                <c:pt idx="74">
                  <c:v>0.161</c:v>
                </c:pt>
                <c:pt idx="75">
                  <c:v>0.205</c:v>
                </c:pt>
                <c:pt idx="76">
                  <c:v>0.15</c:v>
                </c:pt>
                <c:pt idx="77">
                  <c:v>0.127</c:v>
                </c:pt>
                <c:pt idx="78">
                  <c:v>0.118</c:v>
                </c:pt>
                <c:pt idx="79">
                  <c:v>0.103</c:v>
                </c:pt>
                <c:pt idx="80">
                  <c:v>0.103</c:v>
                </c:pt>
                <c:pt idx="81">
                  <c:v>0.087</c:v>
                </c:pt>
                <c:pt idx="82">
                  <c:v>0.123</c:v>
                </c:pt>
                <c:pt idx="83">
                  <c:v>0.097</c:v>
                </c:pt>
                <c:pt idx="84">
                  <c:v>0.076</c:v>
                </c:pt>
                <c:pt idx="85">
                  <c:v>0.077</c:v>
                </c:pt>
                <c:pt idx="86">
                  <c:v>0.07</c:v>
                </c:pt>
                <c:pt idx="87">
                  <c:v>0.104</c:v>
                </c:pt>
                <c:pt idx="88">
                  <c:v>0.129</c:v>
                </c:pt>
                <c:pt idx="89">
                  <c:v>0.221</c:v>
                </c:pt>
                <c:pt idx="90">
                  <c:v>0.273</c:v>
                </c:pt>
                <c:pt idx="91">
                  <c:v>0.229</c:v>
                </c:pt>
                <c:pt idx="92">
                  <c:v>0.281</c:v>
                </c:pt>
                <c:pt idx="93">
                  <c:v>0.302</c:v>
                </c:pt>
                <c:pt idx="94">
                  <c:v>0.479</c:v>
                </c:pt>
                <c:pt idx="95">
                  <c:v>0.667</c:v>
                </c:pt>
                <c:pt idx="96">
                  <c:v>0.649</c:v>
                </c:pt>
                <c:pt idx="97">
                  <c:v>0.813</c:v>
                </c:pt>
                <c:pt idx="98">
                  <c:v>0.825</c:v>
                </c:pt>
                <c:pt idx="99">
                  <c:v>0.817</c:v>
                </c:pt>
                <c:pt idx="100">
                  <c:v>0.625</c:v>
                </c:pt>
                <c:pt idx="101">
                  <c:v>0.635</c:v>
                </c:pt>
                <c:pt idx="102">
                  <c:v>0.717</c:v>
                </c:pt>
                <c:pt idx="103">
                  <c:v>0.802</c:v>
                </c:pt>
                <c:pt idx="104">
                  <c:v>0.78</c:v>
                </c:pt>
                <c:pt idx="105">
                  <c:v>0.708</c:v>
                </c:pt>
                <c:pt idx="106">
                  <c:v>0.818</c:v>
                </c:pt>
                <c:pt idx="107">
                  <c:v>0.807</c:v>
                </c:pt>
                <c:pt idx="108">
                  <c:v>0.847</c:v>
                </c:pt>
                <c:pt idx="109">
                  <c:v>0.972</c:v>
                </c:pt>
                <c:pt idx="110">
                  <c:v>1.01</c:v>
                </c:pt>
                <c:pt idx="111">
                  <c:v>0.996</c:v>
                </c:pt>
                <c:pt idx="112">
                  <c:v>0.87</c:v>
                </c:pt>
                <c:pt idx="113">
                  <c:v>0.856</c:v>
                </c:pt>
                <c:pt idx="114">
                  <c:v>0.775</c:v>
                </c:pt>
                <c:pt idx="115">
                  <c:v>0.757</c:v>
                </c:pt>
                <c:pt idx="116">
                  <c:v>0.705</c:v>
                </c:pt>
                <c:pt idx="117">
                  <c:v>0.549</c:v>
                </c:pt>
                <c:pt idx="118">
                  <c:v>0.553</c:v>
                </c:pt>
                <c:pt idx="119">
                  <c:v>0.564</c:v>
                </c:pt>
                <c:pt idx="120">
                  <c:v>0.775</c:v>
                </c:pt>
                <c:pt idx="121">
                  <c:v>0.9</c:v>
                </c:pt>
                <c:pt idx="122">
                  <c:v>0.781</c:v>
                </c:pt>
                <c:pt idx="123">
                  <c:v>0.771</c:v>
                </c:pt>
                <c:pt idx="124">
                  <c:v>0.709</c:v>
                </c:pt>
                <c:pt idx="125">
                  <c:v>0.748</c:v>
                </c:pt>
                <c:pt idx="126">
                  <c:v>0.539</c:v>
                </c:pt>
                <c:pt idx="127">
                  <c:v>0.586</c:v>
                </c:pt>
                <c:pt idx="128">
                  <c:v>0.37</c:v>
                </c:pt>
                <c:pt idx="129">
                  <c:v>0.403</c:v>
                </c:pt>
                <c:pt idx="130">
                  <c:v>0.392</c:v>
                </c:pt>
                <c:pt idx="131">
                  <c:v>0.408</c:v>
                </c:pt>
                <c:pt idx="132">
                  <c:v>0.375</c:v>
                </c:pt>
                <c:pt idx="133">
                  <c:v>0.344</c:v>
                </c:pt>
                <c:pt idx="134">
                  <c:v>0.307</c:v>
                </c:pt>
                <c:pt idx="135">
                  <c:v>0.275</c:v>
                </c:pt>
                <c:pt idx="136">
                  <c:v>0.24</c:v>
                </c:pt>
                <c:pt idx="137">
                  <c:v>0.239</c:v>
                </c:pt>
                <c:pt idx="138">
                  <c:v>0.25</c:v>
                </c:pt>
                <c:pt idx="139">
                  <c:v>0.225</c:v>
                </c:pt>
                <c:pt idx="140">
                  <c:v>0.136</c:v>
                </c:pt>
                <c:pt idx="141">
                  <c:v>0.155</c:v>
                </c:pt>
                <c:pt idx="142">
                  <c:v>0.155</c:v>
                </c:pt>
                <c:pt idx="143">
                  <c:v>0.167</c:v>
                </c:pt>
                <c:pt idx="144">
                  <c:v>0.16</c:v>
                </c:pt>
                <c:pt idx="145">
                  <c:v>0.16</c:v>
                </c:pt>
                <c:pt idx="146">
                  <c:v>0.145</c:v>
                </c:pt>
                <c:pt idx="147">
                  <c:v>0.145</c:v>
                </c:pt>
                <c:pt idx="148">
                  <c:v>0.119</c:v>
                </c:pt>
                <c:pt idx="149">
                  <c:v>0.132</c:v>
                </c:pt>
                <c:pt idx="150">
                  <c:v>0.137</c:v>
                </c:pt>
                <c:pt idx="151">
                  <c:v>0.188</c:v>
                </c:pt>
                <c:pt idx="152">
                  <c:v>0.167</c:v>
                </c:pt>
                <c:pt idx="153">
                  <c:v>0.195</c:v>
                </c:pt>
                <c:pt idx="154">
                  <c:v>0.237</c:v>
                </c:pt>
                <c:pt idx="155">
                  <c:v>0.208</c:v>
                </c:pt>
                <c:pt idx="156">
                  <c:v>0.189</c:v>
                </c:pt>
                <c:pt idx="157">
                  <c:v>0.175</c:v>
                </c:pt>
                <c:pt idx="158">
                  <c:v>0.167</c:v>
                </c:pt>
                <c:pt idx="159">
                  <c:v>0.155</c:v>
                </c:pt>
                <c:pt idx="160">
                  <c:v>0.136</c:v>
                </c:pt>
                <c:pt idx="161">
                  <c:v>0.137</c:v>
                </c:pt>
                <c:pt idx="162">
                  <c:v>0.143</c:v>
                </c:pt>
                <c:pt idx="163">
                  <c:v>0.14</c:v>
                </c:pt>
                <c:pt idx="164">
                  <c:v>0.131</c:v>
                </c:pt>
                <c:pt idx="165">
                  <c:v>0.127</c:v>
                </c:pt>
                <c:pt idx="166">
                  <c:v>0.109</c:v>
                </c:pt>
                <c:pt idx="167">
                  <c:v>0.115</c:v>
                </c:pt>
                <c:pt idx="168">
                  <c:v>0.109</c:v>
                </c:pt>
                <c:pt idx="169">
                  <c:v>0.1</c:v>
                </c:pt>
                <c:pt idx="170">
                  <c:v>0.1</c:v>
                </c:pt>
                <c:pt idx="171">
                  <c:v>0.097</c:v>
                </c:pt>
                <c:pt idx="172">
                  <c:v>0.097</c:v>
                </c:pt>
                <c:pt idx="173">
                  <c:v>0.1</c:v>
                </c:pt>
                <c:pt idx="174">
                  <c:v>0.097</c:v>
                </c:pt>
                <c:pt idx="175">
                  <c:v>0.097</c:v>
                </c:pt>
                <c:pt idx="176">
                  <c:v>0.098</c:v>
                </c:pt>
                <c:pt idx="177">
                  <c:v>0.067</c:v>
                </c:pt>
                <c:pt idx="178">
                  <c:v>0.045</c:v>
                </c:pt>
                <c:pt idx="179">
                  <c:v>0.057</c:v>
                </c:pt>
                <c:pt idx="180">
                  <c:v>0.122</c:v>
                </c:pt>
                <c:pt idx="181">
                  <c:v>0.139</c:v>
                </c:pt>
                <c:pt idx="182">
                  <c:v>0.137</c:v>
                </c:pt>
                <c:pt idx="183">
                  <c:v>0.119</c:v>
                </c:pt>
                <c:pt idx="184">
                  <c:v>0.115</c:v>
                </c:pt>
                <c:pt idx="185">
                  <c:v>0.107</c:v>
                </c:pt>
                <c:pt idx="186">
                  <c:v>0.097</c:v>
                </c:pt>
                <c:pt idx="187">
                  <c:v>0.083</c:v>
                </c:pt>
                <c:pt idx="188">
                  <c:v>0.098</c:v>
                </c:pt>
                <c:pt idx="189">
                  <c:v>0.085</c:v>
                </c:pt>
                <c:pt idx="190">
                  <c:v>0.073</c:v>
                </c:pt>
                <c:pt idx="191">
                  <c:v>0.087</c:v>
                </c:pt>
                <c:pt idx="192">
                  <c:v>0.088</c:v>
                </c:pt>
                <c:pt idx="193">
                  <c:v>0.088</c:v>
                </c:pt>
                <c:pt idx="194">
                  <c:v>0.073</c:v>
                </c:pt>
                <c:pt idx="195">
                  <c:v>0.067</c:v>
                </c:pt>
                <c:pt idx="196">
                  <c:v>0.073</c:v>
                </c:pt>
                <c:pt idx="197">
                  <c:v>0.078</c:v>
                </c:pt>
                <c:pt idx="198">
                  <c:v>0.03</c:v>
                </c:pt>
                <c:pt idx="199">
                  <c:v>0.01</c:v>
                </c:pt>
                <c:pt idx="200">
                  <c:v>-0.028</c:v>
                </c:pt>
                <c:pt idx="201">
                  <c:v>0.01</c:v>
                </c:pt>
                <c:pt idx="202">
                  <c:v>0.015</c:v>
                </c:pt>
                <c:pt idx="203">
                  <c:v>0.037</c:v>
                </c:pt>
                <c:pt idx="204">
                  <c:v>0.0</c:v>
                </c:pt>
                <c:pt idx="205">
                  <c:v>-0.008</c:v>
                </c:pt>
                <c:pt idx="206">
                  <c:v>-0.003</c:v>
                </c:pt>
                <c:pt idx="207">
                  <c:v>0.005</c:v>
                </c:pt>
                <c:pt idx="208">
                  <c:v>0.007</c:v>
                </c:pt>
                <c:pt idx="209">
                  <c:v>0.015</c:v>
                </c:pt>
                <c:pt idx="210">
                  <c:v>0.002</c:v>
                </c:pt>
                <c:pt idx="211">
                  <c:v>-0.008</c:v>
                </c:pt>
                <c:pt idx="212">
                  <c:v>-0.033</c:v>
                </c:pt>
                <c:pt idx="213">
                  <c:v>-0.083</c:v>
                </c:pt>
                <c:pt idx="214">
                  <c:v>-0.245</c:v>
                </c:pt>
                <c:pt idx="215">
                  <c:v>-0.206</c:v>
                </c:pt>
                <c:pt idx="216">
                  <c:v>-0.244</c:v>
                </c:pt>
                <c:pt idx="217">
                  <c:v>-0.239</c:v>
                </c:pt>
                <c:pt idx="218">
                  <c:v>-0.299</c:v>
                </c:pt>
                <c:pt idx="219">
                  <c:v>-0.251</c:v>
                </c:pt>
                <c:pt idx="220">
                  <c:v>-0.197</c:v>
                </c:pt>
                <c:pt idx="221">
                  <c:v>-0.289</c:v>
                </c:pt>
                <c:pt idx="222">
                  <c:v>-0.247</c:v>
                </c:pt>
                <c:pt idx="223">
                  <c:v>-0.167</c:v>
                </c:pt>
                <c:pt idx="224">
                  <c:v>-0.187</c:v>
                </c:pt>
                <c:pt idx="225">
                  <c:v>-0.209</c:v>
                </c:pt>
                <c:pt idx="226">
                  <c:v>-0.262</c:v>
                </c:pt>
                <c:pt idx="227">
                  <c:v>-0.204</c:v>
                </c:pt>
                <c:pt idx="228">
                  <c:v>-0.207</c:v>
                </c:pt>
                <c:pt idx="229">
                  <c:v>-0.162</c:v>
                </c:pt>
                <c:pt idx="230">
                  <c:v>-0.115</c:v>
                </c:pt>
                <c:pt idx="231">
                  <c:v>-0.117</c:v>
                </c:pt>
                <c:pt idx="232">
                  <c:v>-0.162</c:v>
                </c:pt>
                <c:pt idx="233">
                  <c:v>-0.12</c:v>
                </c:pt>
                <c:pt idx="234">
                  <c:v>-0.16</c:v>
                </c:pt>
                <c:pt idx="235">
                  <c:v>-0.16</c:v>
                </c:pt>
                <c:pt idx="236">
                  <c:v>-0.14</c:v>
                </c:pt>
                <c:pt idx="237">
                  <c:v>-0.137</c:v>
                </c:pt>
                <c:pt idx="238">
                  <c:v>-0.16</c:v>
                </c:pt>
                <c:pt idx="239">
                  <c:v>-0.137</c:v>
                </c:pt>
                <c:pt idx="240">
                  <c:v>-0.137</c:v>
                </c:pt>
                <c:pt idx="241">
                  <c:v>-0.144</c:v>
                </c:pt>
                <c:pt idx="242">
                  <c:v>-0.129</c:v>
                </c:pt>
                <c:pt idx="243">
                  <c:v>-0.119</c:v>
                </c:pt>
                <c:pt idx="244">
                  <c:v>-0.119</c:v>
                </c:pt>
                <c:pt idx="245">
                  <c:v>-0.114</c:v>
                </c:pt>
                <c:pt idx="246">
                  <c:v>-0.125</c:v>
                </c:pt>
                <c:pt idx="247">
                  <c:v>-0.135</c:v>
                </c:pt>
                <c:pt idx="248">
                  <c:v>-0.139</c:v>
                </c:pt>
                <c:pt idx="249">
                  <c:v>-0.169</c:v>
                </c:pt>
                <c:pt idx="250">
                  <c:v>-0.154</c:v>
                </c:pt>
                <c:pt idx="251">
                  <c:v>-0.183</c:v>
                </c:pt>
                <c:pt idx="252">
                  <c:v>-0.153</c:v>
                </c:pt>
                <c:pt idx="253">
                  <c:v>-0.179</c:v>
                </c:pt>
                <c:pt idx="254">
                  <c:v>-0.222</c:v>
                </c:pt>
                <c:pt idx="255">
                  <c:v>-0.209</c:v>
                </c:pt>
                <c:pt idx="256">
                  <c:v>-0.307</c:v>
                </c:pt>
                <c:pt idx="257">
                  <c:v>-0.323</c:v>
                </c:pt>
                <c:pt idx="258">
                  <c:v>-0.239</c:v>
                </c:pt>
                <c:pt idx="259">
                  <c:v>-0.179</c:v>
                </c:pt>
                <c:pt idx="260">
                  <c:v>-0.134</c:v>
                </c:pt>
                <c:pt idx="261">
                  <c:v>-0.159</c:v>
                </c:pt>
                <c:pt idx="262">
                  <c:v>-0.258</c:v>
                </c:pt>
                <c:pt idx="263">
                  <c:v>-0.13</c:v>
                </c:pt>
                <c:pt idx="264">
                  <c:v>-0.184</c:v>
                </c:pt>
                <c:pt idx="265">
                  <c:v>-0.164</c:v>
                </c:pt>
                <c:pt idx="266">
                  <c:v>-0.14</c:v>
                </c:pt>
                <c:pt idx="267">
                  <c:v>-0.144</c:v>
                </c:pt>
                <c:pt idx="268">
                  <c:v>-0.115</c:v>
                </c:pt>
                <c:pt idx="269">
                  <c:v>-0.14</c:v>
                </c:pt>
                <c:pt idx="270">
                  <c:v>-0.125</c:v>
                </c:pt>
                <c:pt idx="271">
                  <c:v>-0.13</c:v>
                </c:pt>
                <c:pt idx="272">
                  <c:v>-0.125</c:v>
                </c:pt>
                <c:pt idx="273">
                  <c:v>-0.129</c:v>
                </c:pt>
                <c:pt idx="274">
                  <c:v>-0.114</c:v>
                </c:pt>
                <c:pt idx="275">
                  <c:v>-0.13</c:v>
                </c:pt>
                <c:pt idx="276">
                  <c:v>-0.13</c:v>
                </c:pt>
                <c:pt idx="277">
                  <c:v>-0.125</c:v>
                </c:pt>
                <c:pt idx="278">
                  <c:v>-0.115</c:v>
                </c:pt>
                <c:pt idx="279">
                  <c:v>-0.125</c:v>
                </c:pt>
                <c:pt idx="280">
                  <c:v>-0.13</c:v>
                </c:pt>
                <c:pt idx="281">
                  <c:v>-0.115</c:v>
                </c:pt>
                <c:pt idx="282">
                  <c:v>-0.105</c:v>
                </c:pt>
                <c:pt idx="283">
                  <c:v>-0.12</c:v>
                </c:pt>
                <c:pt idx="284">
                  <c:v>-0.095</c:v>
                </c:pt>
                <c:pt idx="285">
                  <c:v>-0.055</c:v>
                </c:pt>
                <c:pt idx="286">
                  <c:v>-0.035</c:v>
                </c:pt>
                <c:pt idx="287">
                  <c:v>-0.03</c:v>
                </c:pt>
                <c:pt idx="288">
                  <c:v>-0.06</c:v>
                </c:pt>
                <c:pt idx="289">
                  <c:v>-0.07</c:v>
                </c:pt>
                <c:pt idx="290">
                  <c:v>-0.065</c:v>
                </c:pt>
                <c:pt idx="291">
                  <c:v>-0.09</c:v>
                </c:pt>
                <c:pt idx="292">
                  <c:v>-0.085</c:v>
                </c:pt>
                <c:pt idx="293">
                  <c:v>-0.05</c:v>
                </c:pt>
                <c:pt idx="294">
                  <c:v>-0.045</c:v>
                </c:pt>
                <c:pt idx="295">
                  <c:v>-0.03</c:v>
                </c:pt>
                <c:pt idx="296">
                  <c:v>0.03</c:v>
                </c:pt>
                <c:pt idx="297">
                  <c:v>-0.01</c:v>
                </c:pt>
                <c:pt idx="298">
                  <c:v>-0.026</c:v>
                </c:pt>
                <c:pt idx="299">
                  <c:v>-0.061</c:v>
                </c:pt>
                <c:pt idx="300">
                  <c:v>-0.045</c:v>
                </c:pt>
                <c:pt idx="301">
                  <c:v>-0.06</c:v>
                </c:pt>
                <c:pt idx="302">
                  <c:v>-0.075</c:v>
                </c:pt>
                <c:pt idx="303">
                  <c:v>0.0</c:v>
                </c:pt>
                <c:pt idx="304">
                  <c:v>0.025</c:v>
                </c:pt>
                <c:pt idx="305">
                  <c:v>0.044</c:v>
                </c:pt>
                <c:pt idx="306">
                  <c:v>0.149</c:v>
                </c:pt>
                <c:pt idx="307">
                  <c:v>0.049</c:v>
                </c:pt>
                <c:pt idx="308">
                  <c:v>0.048</c:v>
                </c:pt>
                <c:pt idx="309">
                  <c:v>0.094</c:v>
                </c:pt>
                <c:pt idx="310">
                  <c:v>0.19</c:v>
                </c:pt>
                <c:pt idx="311">
                  <c:v>0.189</c:v>
                </c:pt>
                <c:pt idx="312">
                  <c:v>0.275</c:v>
                </c:pt>
                <c:pt idx="313">
                  <c:v>0.399</c:v>
                </c:pt>
                <c:pt idx="314">
                  <c:v>0.353</c:v>
                </c:pt>
                <c:pt idx="315">
                  <c:v>0.45</c:v>
                </c:pt>
                <c:pt idx="316">
                  <c:v>0.363</c:v>
                </c:pt>
                <c:pt idx="317">
                  <c:v>0.394</c:v>
                </c:pt>
                <c:pt idx="318">
                  <c:v>0.434</c:v>
                </c:pt>
                <c:pt idx="319">
                  <c:v>0.599</c:v>
                </c:pt>
                <c:pt idx="320">
                  <c:v>0.599</c:v>
                </c:pt>
                <c:pt idx="321">
                  <c:v>0.729</c:v>
                </c:pt>
                <c:pt idx="322">
                  <c:v>0.806</c:v>
                </c:pt>
                <c:pt idx="323">
                  <c:v>0.854</c:v>
                </c:pt>
                <c:pt idx="324">
                  <c:v>0.676</c:v>
                </c:pt>
                <c:pt idx="325">
                  <c:v>0.75</c:v>
                </c:pt>
                <c:pt idx="326">
                  <c:v>0.746</c:v>
                </c:pt>
                <c:pt idx="327">
                  <c:v>0.826</c:v>
                </c:pt>
                <c:pt idx="328">
                  <c:v>0.871</c:v>
                </c:pt>
                <c:pt idx="329">
                  <c:v>0.958</c:v>
                </c:pt>
                <c:pt idx="330">
                  <c:v>0.928</c:v>
                </c:pt>
                <c:pt idx="331">
                  <c:v>0.992</c:v>
                </c:pt>
                <c:pt idx="332">
                  <c:v>1.167</c:v>
                </c:pt>
                <c:pt idx="333">
                  <c:v>1.251</c:v>
                </c:pt>
                <c:pt idx="334">
                  <c:v>1.25</c:v>
                </c:pt>
                <c:pt idx="335">
                  <c:v>1.375</c:v>
                </c:pt>
                <c:pt idx="336">
                  <c:v>1.402</c:v>
                </c:pt>
                <c:pt idx="337">
                  <c:v>1.393</c:v>
                </c:pt>
                <c:pt idx="338">
                  <c:v>1.382</c:v>
                </c:pt>
                <c:pt idx="339">
                  <c:v>1.507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850">
                <a:solidFill>
                  <a:srgbClr val="767576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4.4"/>
          <c:min val="-0.5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900">
                <a:solidFill>
                  <a:srgbClr val="767576"/>
                </a:solidFill>
                <a:latin typeface="Arial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>
              <a:latin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ln>
              <a:noFill/>
            </a:ln>
          </c:spPr>
          <c:dPt>
            <c:idx val="0"/>
            <c:spPr>
              <a:solidFill>
                <a:srgbClr val="D7D8D6"/>
              </a:solidFill>
            </c:spPr>
          </c:dPt>
          <c:dPt>
            <c:idx val="1"/>
            <c:spPr>
              <a:solidFill>
                <a:srgbClr val="D7D8D6"/>
              </a:solidFill>
            </c:spPr>
          </c:dPt>
          <c:dPt>
            <c:idx val="2"/>
            <c:spPr>
              <a:solidFill>
                <a:srgbClr val="D7D8D6"/>
              </a:solidFill>
            </c:spPr>
          </c:dPt>
          <c:dPt>
            <c:idx val="3"/>
            <c:spPr>
              <a:solidFill>
                <a:srgbClr val="D7D8D6"/>
              </a:solidFill>
            </c:spPr>
          </c:dPt>
          <c:dPt>
            <c:idx val="4"/>
            <c:spPr>
              <a:solidFill>
                <a:srgbClr val="D7D8D6"/>
              </a:solidFill>
            </c:spPr>
          </c:dPt>
          <c:dPt>
            <c:idx val="5"/>
            <c:spPr>
              <a:solidFill>
                <a:srgbClr val="DB0011"/>
              </a:solidFill>
            </c:spPr>
          </c:dPt>
          <c:cat>
            <c:strRef>
              <c:f>Sheet1!$A$2:$A$7</c:f>
              <c:strCache>
                <c:ptCount val="6"/>
                <c:pt idx="0">
                  <c:v>Others</c:v>
                </c:pt>
                <c:pt idx="1">
                  <c:v>Pensions</c:v>
                </c:pt>
                <c:pt idx="2">
                  <c:v>Foreigners</c:v>
                </c:pt>
                <c:pt idx="3">
                  <c:v>Banks</c:v>
                </c:pt>
                <c:pt idx="4">
                  <c:v>Insurance</c:v>
                </c:pt>
                <c:pt idx="5">
                  <c:v>BoJ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6.7</c:v>
                </c:pt>
                <c:pt idx="1">
                  <c:v>7.2</c:v>
                </c:pt>
                <c:pt idx="2">
                  <c:v>8.1</c:v>
                </c:pt>
                <c:pt idx="3">
                  <c:v>14.8</c:v>
                </c:pt>
                <c:pt idx="4">
                  <c:v>15.3</c:v>
                </c:pt>
                <c:pt idx="5">
                  <c:v>47.9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800" b="1">
                  <a:solidFill>
                    <a:srgbClr val="000000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 w="9525">
            <a:solidFill>
              <a:srgbClr val="000000"/>
            </a:solidFill>
          </a:ln>
        </c:spPr>
        <c:txPr>
          <a:bodyPr/>
          <a:lstStyle/>
          <a:p>
            <a:pPr>
              <a:defRPr sz="800">
                <a:solidFill>
                  <a:srgbClr val="00000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8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ln>
              <a:noFill/>
            </a:ln>
          </c:spPr>
          <c:dPt>
            <c:idx val="0"/>
            <c:spPr>
              <a:solidFill>
                <a:srgbClr val="DB0011"/>
              </a:solidFill>
            </c:spPr>
          </c:dPt>
          <c:dPt>
            <c:idx val="1"/>
            <c:spPr>
              <a:solidFill>
                <a:srgbClr val="D7D8D6"/>
              </a:solidFill>
            </c:spPr>
          </c:dPt>
          <c:dPt>
            <c:idx val="2"/>
            <c:spPr>
              <a:solidFill>
                <a:srgbClr val="D7D8D6"/>
              </a:solidFill>
            </c:spPr>
          </c:dPt>
          <c:dPt>
            <c:idx val="3"/>
            <c:spPr>
              <a:solidFill>
                <a:srgbClr val="D7D8D6"/>
              </a:solidFill>
            </c:spPr>
          </c:dPt>
          <c:cat>
            <c:strRef>
              <c:f>Sheet1!$A$2:$A$5</c:f>
              <c:strCache>
                <c:ptCount val="4"/>
                <c:pt idx="0">
                  <c:v>Underlying
CPI</c:v>
                </c:pt>
                <c:pt idx="1">
                  <c:v>Shunto
base pay</c:v>
                </c:pt>
                <c:pt idx="2">
                  <c:v>Nominal
income</c:v>
                </c:pt>
                <c:pt idx="3">
                  <c:v>Firms' 5y
expectation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2.0</c:v>
                </c:pt>
                <c:pt idx="1">
                  <c:v>3.5</c:v>
                </c:pt>
                <c:pt idx="2">
                  <c:v>3.5</c:v>
                </c:pt>
                <c:pt idx="3">
                  <c:v>2.5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>
                  <a:solidFill>
                    <a:srgbClr val="000000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000000"/>
            </a:solidFill>
          </a:ln>
        </c:spPr>
        <c:txPr>
          <a:bodyPr/>
          <a:lstStyle/>
          <a:p>
            <a:pPr>
              <a:defRPr sz="700">
                <a:solidFill>
                  <a:srgbClr val="00000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.6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56032"/>
            <a:ext cx="10607040" cy="4023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H2 2026 Outlook: Japan's Long End Is Being Repriced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822960"/>
            <a:ext cx="35661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00" b="1" i="0">
                <a:solidFill>
                  <a:srgbClr val="DB0011"/>
                </a:solidFill>
                <a:latin typeface="Arial"/>
              </a:rPr>
              <a:t>Exhibit 1. QT is lifting the long end while the front end stays anchored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1463040"/>
            <a:ext cx="356616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000000"/>
                </a:solidFill>
                <a:latin typeface="Arial"/>
              </a:rPr>
              <a:t>JGB yields, %, month-end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20624" y="1700784"/>
          <a:ext cx="3675887" cy="2194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828629" y="4114800"/>
            <a:ext cx="233062" cy="182880"/>
          </a:xfrm>
          <a:prstGeom prst="rect">
            <a:avLst/>
          </a:prstGeom>
          <a:solidFill>
            <a:srgbClr val="D7D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1071237" y="4114800"/>
            <a:ext cx="1398373" cy="182880"/>
          </a:xfrm>
          <a:prstGeom prst="rect">
            <a:avLst/>
          </a:prstGeom>
          <a:solidFill>
            <a:srgbClr val="D7D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71237" y="4110228"/>
            <a:ext cx="1398373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50" b="1" i="0">
                <a:solidFill>
                  <a:srgbClr val="FFFFFF"/>
                </a:solidFill>
                <a:latin typeface="Arial"/>
              </a:rPr>
              <a:t>QE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1237" y="4306824"/>
            <a:ext cx="1398373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0" i="0">
                <a:solidFill>
                  <a:srgbClr val="767576"/>
                </a:solidFill>
                <a:latin typeface="Arial"/>
              </a:rPr>
              <a:t>2001–2013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79487" y="4114800"/>
            <a:ext cx="320296" cy="182880"/>
          </a:xfrm>
          <a:prstGeom prst="rect">
            <a:avLst/>
          </a:prstGeom>
          <a:solidFill>
            <a:srgbClr val="D7D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479487" y="4110228"/>
            <a:ext cx="320296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50" b="1" i="0">
                <a:solidFill>
                  <a:srgbClr val="FFFFFF"/>
                </a:solidFill>
                <a:latin typeface="Arial"/>
              </a:rPr>
              <a:t>QQE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09658" y="4114800"/>
            <a:ext cx="941795" cy="182880"/>
          </a:xfrm>
          <a:prstGeom prst="rect">
            <a:avLst/>
          </a:prstGeom>
          <a:solidFill>
            <a:srgbClr val="D7D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809658" y="4110228"/>
            <a:ext cx="941795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50" b="1" i="0">
                <a:solidFill>
                  <a:srgbClr val="FFFFFF"/>
                </a:solidFill>
                <a:latin typeface="Arial"/>
              </a:rPr>
              <a:t>NIRP / YCC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09658" y="4306824"/>
            <a:ext cx="941795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0" i="0">
                <a:solidFill>
                  <a:srgbClr val="767576"/>
                </a:solidFill>
                <a:latin typeface="Arial"/>
              </a:rPr>
              <a:t>2016–Mar 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61329" y="4114800"/>
            <a:ext cx="262030" cy="182880"/>
          </a:xfrm>
          <a:prstGeom prst="rect">
            <a:avLst/>
          </a:prstGeom>
          <a:solidFill>
            <a:srgbClr val="DB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75488" y="4443984"/>
            <a:ext cx="17373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¥765tn → ¥644tn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4645152"/>
            <a:ext cx="17373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BoJ assets, Aug-24 peak   −16%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04287" y="4443984"/>
            <a:ext cx="17373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¥5.7tn → ¥2.0tn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7" y="4645152"/>
            <a:ext cx="17373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monthly purchases to Apr-27   −65%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15968" y="822960"/>
            <a:ext cx="35661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00" b="1" i="0">
                <a:solidFill>
                  <a:srgbClr val="DB0011"/>
                </a:solidFill>
                <a:latin typeface="Arial"/>
              </a:rPr>
              <a:t>Exhibit 2. A ¥1,013.8tn market must clear with less official support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5968" y="1463040"/>
            <a:ext cx="356616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000000"/>
                </a:solidFill>
                <a:latin typeface="Arial"/>
              </a:rPr>
              <a:t>JGB holders, % of outstanding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261104" y="1700784"/>
          <a:ext cx="3675887" cy="26700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4315968" y="4443984"/>
            <a:ext cx="17373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¥485.4tn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15968" y="4645152"/>
            <a:ext cx="17373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still on the BoJ's balance sheet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44768" y="4443984"/>
            <a:ext cx="17373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¥180.7tn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4645152"/>
            <a:ext cx="17373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FY26 issuance to be absorbed privately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56448" y="822960"/>
            <a:ext cx="35661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00" b="1" i="0">
                <a:solidFill>
                  <a:srgbClr val="DB0011"/>
                </a:solidFill>
                <a:latin typeface="Arial"/>
              </a:rPr>
              <a:t>Exhibit 3. Japan is no longer a zero-inflation economy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56448" y="1463040"/>
            <a:ext cx="356616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000000"/>
                </a:solidFill>
                <a:latin typeface="Arial"/>
              </a:rPr>
              <a:t>Latest readings, % y/y</a:t>
            </a:r>
          </a:p>
        </p:txBody>
      </p:sp>
      <p:graphicFrame>
        <p:nvGraphicFramePr>
          <p:cNvPr id="29" name="Chart 28"/>
          <p:cNvGraphicFramePr>
            <a:graphicFrameLocks noGrp="1"/>
          </p:cNvGraphicFramePr>
          <p:nvPr/>
        </p:nvGraphicFramePr>
        <p:xfrm>
          <a:off x="8101583" y="1700784"/>
          <a:ext cx="3675887" cy="267004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8156448" y="4443984"/>
            <a:ext cx="17373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~2% from H2 FY26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56448" y="4645152"/>
            <a:ext cx="17373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BoJ's own underlying inflation forecast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85248" y="4443984"/>
            <a:ext cx="17373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2.5%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85248" y="4645152"/>
            <a:ext cx="17373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firms' five-year inflation expectations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5488" y="4974336"/>
            <a:ext cx="11247120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22960" y="5084064"/>
            <a:ext cx="1055217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000000"/>
                </a:solidFill>
                <a:latin typeface="Arial"/>
              </a:rPr>
              <a:t>Three regime changes at once. The BoJ is withdrawing after a quarter-century of suppression, a record stock of debt now has to clear through price-sensitive buyers, and the deflation equilibrium that justified zero yields has broken. Each raises the term premium the long end demands — and none of them moves the front end, which the Bank still controls and is moving slowly. That is a bear steepener.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" y="6053328"/>
            <a:ext cx="694944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1">
                <a:solidFill>
                  <a:srgbClr val="767576"/>
                </a:solidFill>
                <a:latin typeface="Arial"/>
              </a:rPr>
              <a:t>Sources: Japan Ministry of Finance, Bank of Japan, FRED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5488" y="6053328"/>
            <a:ext cx="112471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BFBFBF"/>
                </a:solidFill>
                <a:latin typeface="Arial"/>
              </a:rPr>
              <a:t>INTERNAL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